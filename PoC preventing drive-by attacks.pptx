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70" r:id="rId5"/>
    <p:sldMasterId id="2147483675" r:id="rId6"/>
    <p:sldMasterId id="2147483677" r:id="rId7"/>
  </p:sldMasterIdLst>
  <p:notesMasterIdLst>
    <p:notesMasterId r:id="rId21"/>
  </p:notesMasterIdLst>
  <p:handoutMasterIdLst>
    <p:handoutMasterId r:id="rId22"/>
  </p:handoutMasterIdLst>
  <p:sldIdLst>
    <p:sldId id="256" r:id="rId8"/>
    <p:sldId id="3340" r:id="rId9"/>
    <p:sldId id="363" r:id="rId10"/>
    <p:sldId id="3312" r:id="rId11"/>
    <p:sldId id="3429" r:id="rId12"/>
    <p:sldId id="3426" r:id="rId13"/>
    <p:sldId id="3430" r:id="rId14"/>
    <p:sldId id="3425" r:id="rId15"/>
    <p:sldId id="3319" r:id="rId16"/>
    <p:sldId id="3311" r:id="rId17"/>
    <p:sldId id="3427" r:id="rId18"/>
    <p:sldId id="3431" r:id="rId19"/>
    <p:sldId id="342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96B"/>
    <a:srgbClr val="42CD37"/>
    <a:srgbClr val="95B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7C3B1E-C69F-4C0B-BB1C-CD74EB688580}" v="35" dt="2022-10-28T07:32:45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7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hegofatso Mohlala" userId="d1f9fc60baa3733c" providerId="LiveId" clId="{8B083C7C-1945-4C18-8C86-084F98E34AF6}"/>
    <pc:docChg chg="undo custSel addSld modSld sldOrd">
      <pc:chgData name="Tshegofatso Mohlala" userId="d1f9fc60baa3733c" providerId="LiveId" clId="{8B083C7C-1945-4C18-8C86-084F98E34AF6}" dt="2022-09-07T14:26:06.258" v="552" actId="20577"/>
      <pc:docMkLst>
        <pc:docMk/>
      </pc:docMkLst>
      <pc:sldChg chg="addSp delSp modSp add mod ord">
        <pc:chgData name="Tshegofatso Mohlala" userId="d1f9fc60baa3733c" providerId="LiveId" clId="{8B083C7C-1945-4C18-8C86-084F98E34AF6}" dt="2022-09-06T12:00:20.736" v="379" actId="20577"/>
        <pc:sldMkLst>
          <pc:docMk/>
          <pc:sldMk cId="2003539577" sldId="3427"/>
        </pc:sldMkLst>
        <pc:spChg chg="add del">
          <ac:chgData name="Tshegofatso Mohlala" userId="d1f9fc60baa3733c" providerId="LiveId" clId="{8B083C7C-1945-4C18-8C86-084F98E34AF6}" dt="2022-09-06T11:15:54.262" v="182"/>
          <ac:spMkLst>
            <pc:docMk/>
            <pc:sldMk cId="2003539577" sldId="3427"/>
            <ac:spMk id="6" creationId="{83B6975B-D210-8C6F-C615-2CE36A254506}"/>
          </ac:spMkLst>
        </pc:spChg>
        <pc:spChg chg="del">
          <ac:chgData name="Tshegofatso Mohlala" userId="d1f9fc60baa3733c" providerId="LiveId" clId="{8B083C7C-1945-4C18-8C86-084F98E34AF6}" dt="2022-09-06T11:13:12.057" v="43" actId="478"/>
          <ac:spMkLst>
            <pc:docMk/>
            <pc:sldMk cId="2003539577" sldId="3427"/>
            <ac:spMk id="8193" creationId="{BAF3576E-63FB-52EE-E329-D240C619DF01}"/>
          </ac:spMkLst>
        </pc:spChg>
        <pc:spChg chg="mod">
          <ac:chgData name="Tshegofatso Mohlala" userId="d1f9fc60baa3733c" providerId="LiveId" clId="{8B083C7C-1945-4C18-8C86-084F98E34AF6}" dt="2022-09-06T11:12:54.426" v="38" actId="20577"/>
          <ac:spMkLst>
            <pc:docMk/>
            <pc:sldMk cId="2003539577" sldId="3427"/>
            <ac:spMk id="8195" creationId="{EC1A18DD-6378-3D9E-5BDA-38120C6E3CF8}"/>
          </ac:spMkLst>
        </pc:spChg>
        <pc:spChg chg="del">
          <ac:chgData name="Tshegofatso Mohlala" userId="d1f9fc60baa3733c" providerId="LiveId" clId="{8B083C7C-1945-4C18-8C86-084F98E34AF6}" dt="2022-09-06T11:13:01.310" v="40" actId="478"/>
          <ac:spMkLst>
            <pc:docMk/>
            <pc:sldMk cId="2003539577" sldId="3427"/>
            <ac:spMk id="8196" creationId="{8F8DEAFA-3B0C-6AC5-7775-A2E5BB473203}"/>
          </ac:spMkLst>
        </pc:spChg>
        <pc:spChg chg="del">
          <ac:chgData name="Tshegofatso Mohlala" userId="d1f9fc60baa3733c" providerId="LiveId" clId="{8B083C7C-1945-4C18-8C86-084F98E34AF6}" dt="2022-09-06T11:13:12.996" v="44" actId="478"/>
          <ac:spMkLst>
            <pc:docMk/>
            <pc:sldMk cId="2003539577" sldId="3427"/>
            <ac:spMk id="8198" creationId="{E5AC8FED-9F2D-2BD7-01D1-C0BFC9D2930A}"/>
          </ac:spMkLst>
        </pc:spChg>
        <pc:spChg chg="mod">
          <ac:chgData name="Tshegofatso Mohlala" userId="d1f9fc60baa3733c" providerId="LiveId" clId="{8B083C7C-1945-4C18-8C86-084F98E34AF6}" dt="2022-09-06T11:13:19.722" v="45" actId="14100"/>
          <ac:spMkLst>
            <pc:docMk/>
            <pc:sldMk cId="2003539577" sldId="3427"/>
            <ac:spMk id="8199" creationId="{D930B68D-8A4E-B2D2-291A-912033192DB5}"/>
          </ac:spMkLst>
        </pc:spChg>
        <pc:spChg chg="mod">
          <ac:chgData name="Tshegofatso Mohlala" userId="d1f9fc60baa3733c" providerId="LiveId" clId="{8B083C7C-1945-4C18-8C86-084F98E34AF6}" dt="2022-09-06T12:00:20.736" v="379" actId="20577"/>
          <ac:spMkLst>
            <pc:docMk/>
            <pc:sldMk cId="2003539577" sldId="3427"/>
            <ac:spMk id="8200" creationId="{8A3E14E9-6E29-F70D-8E9A-F77CE4E93C75}"/>
          </ac:spMkLst>
        </pc:spChg>
        <pc:spChg chg="del">
          <ac:chgData name="Tshegofatso Mohlala" userId="d1f9fc60baa3733c" providerId="LiveId" clId="{8B083C7C-1945-4C18-8C86-084F98E34AF6}" dt="2022-09-06T11:13:10.280" v="42" actId="478"/>
          <ac:spMkLst>
            <pc:docMk/>
            <pc:sldMk cId="2003539577" sldId="3427"/>
            <ac:spMk id="8202" creationId="{F153BA98-F984-5673-A339-926E536607CE}"/>
          </ac:spMkLst>
        </pc:spChg>
        <pc:spChg chg="del">
          <ac:chgData name="Tshegofatso Mohlala" userId="d1f9fc60baa3733c" providerId="LiveId" clId="{8B083C7C-1945-4C18-8C86-084F98E34AF6}" dt="2022-09-06T11:13:08.928" v="41" actId="478"/>
          <ac:spMkLst>
            <pc:docMk/>
            <pc:sldMk cId="2003539577" sldId="3427"/>
            <ac:spMk id="8203" creationId="{335C174E-D5AA-5E6B-FBE0-0D7929278816}"/>
          </ac:spMkLst>
        </pc:spChg>
        <pc:grpChg chg="del">
          <ac:chgData name="Tshegofatso Mohlala" userId="d1f9fc60baa3733c" providerId="LiveId" clId="{8B083C7C-1945-4C18-8C86-084F98E34AF6}" dt="2022-09-06T11:12:57.942" v="39" actId="478"/>
          <ac:grpSpMkLst>
            <pc:docMk/>
            <pc:sldMk cId="2003539577" sldId="3427"/>
            <ac:grpSpMk id="8" creationId="{23D92069-E09F-FD7A-1604-AACD613B11E0}"/>
          </ac:grpSpMkLst>
        </pc:grpChg>
      </pc:sldChg>
      <pc:sldChg chg="modSp add mod">
        <pc:chgData name="Tshegofatso Mohlala" userId="d1f9fc60baa3733c" providerId="LiveId" clId="{8B083C7C-1945-4C18-8C86-084F98E34AF6}" dt="2022-09-07T14:26:06.258" v="552" actId="20577"/>
        <pc:sldMkLst>
          <pc:docMk/>
          <pc:sldMk cId="169268009" sldId="3428"/>
        </pc:sldMkLst>
        <pc:spChg chg="mod">
          <ac:chgData name="Tshegofatso Mohlala" userId="d1f9fc60baa3733c" providerId="LiveId" clId="{8B083C7C-1945-4C18-8C86-084F98E34AF6}" dt="2022-09-07T14:26:06.258" v="552" actId="20577"/>
          <ac:spMkLst>
            <pc:docMk/>
            <pc:sldMk cId="169268009" sldId="3428"/>
            <ac:spMk id="8200" creationId="{8A3E14E9-6E29-F70D-8E9A-F77CE4E93C75}"/>
          </ac:spMkLst>
        </pc:spChg>
      </pc:sldChg>
    </pc:docChg>
  </pc:docChgLst>
  <pc:docChgLst>
    <pc:chgData name="Tshegofatso Mohlala" userId="d1f9fc60baa3733c" providerId="LiveId" clId="{F37C3B1E-C69F-4C0B-BB1C-CD74EB688580}"/>
    <pc:docChg chg="undo redo custSel addSld delSld modSld sldOrd">
      <pc:chgData name="Tshegofatso Mohlala" userId="d1f9fc60baa3733c" providerId="LiveId" clId="{F37C3B1E-C69F-4C0B-BB1C-CD74EB688580}" dt="2022-10-28T10:59:06.052" v="3306" actId="33524"/>
      <pc:docMkLst>
        <pc:docMk/>
      </pc:docMkLst>
      <pc:sldChg chg="modSp mod">
        <pc:chgData name="Tshegofatso Mohlala" userId="d1f9fc60baa3733c" providerId="LiveId" clId="{F37C3B1E-C69F-4C0B-BB1C-CD74EB688580}" dt="2022-10-28T07:34:38.671" v="2977" actId="20577"/>
        <pc:sldMkLst>
          <pc:docMk/>
          <pc:sldMk cId="1401199327" sldId="256"/>
        </pc:sldMkLst>
        <pc:spChg chg="mod">
          <ac:chgData name="Tshegofatso Mohlala" userId="d1f9fc60baa3733c" providerId="LiveId" clId="{F37C3B1E-C69F-4C0B-BB1C-CD74EB688580}" dt="2022-10-28T07:34:38.671" v="2977" actId="20577"/>
          <ac:spMkLst>
            <pc:docMk/>
            <pc:sldMk cId="1401199327" sldId="256"/>
            <ac:spMk id="18" creationId="{F9B274D2-774F-4C24-A448-1EFB461A95EA}"/>
          </ac:spMkLst>
        </pc:spChg>
      </pc:sldChg>
      <pc:sldChg chg="addSp modSp mod">
        <pc:chgData name="Tshegofatso Mohlala" userId="d1f9fc60baa3733c" providerId="LiveId" clId="{F37C3B1E-C69F-4C0B-BB1C-CD74EB688580}" dt="2022-10-27T14:16:38.542" v="1929" actId="20577"/>
        <pc:sldMkLst>
          <pc:docMk/>
          <pc:sldMk cId="0" sldId="363"/>
        </pc:sldMkLst>
        <pc:spChg chg="add mod">
          <ac:chgData name="Tshegofatso Mohlala" userId="d1f9fc60baa3733c" providerId="LiveId" clId="{F37C3B1E-C69F-4C0B-BB1C-CD74EB688580}" dt="2022-10-06T07:01:58.171" v="801" actId="14100"/>
          <ac:spMkLst>
            <pc:docMk/>
            <pc:sldMk cId="0" sldId="363"/>
            <ac:spMk id="6" creationId="{36A366DE-9652-BD70-A9B4-CC72B487CEC1}"/>
          </ac:spMkLst>
        </pc:spChg>
        <pc:spChg chg="add mod">
          <ac:chgData name="Tshegofatso Mohlala" userId="d1f9fc60baa3733c" providerId="LiveId" clId="{F37C3B1E-C69F-4C0B-BB1C-CD74EB688580}" dt="2022-10-06T07:14:50.134" v="1072" actId="20577"/>
          <ac:spMkLst>
            <pc:docMk/>
            <pc:sldMk cId="0" sldId="363"/>
            <ac:spMk id="9" creationId="{D0A3773B-BABB-6F11-BC74-6F6E2DFA0E74}"/>
          </ac:spMkLst>
        </pc:spChg>
        <pc:spChg chg="mod">
          <ac:chgData name="Tshegofatso Mohlala" userId="d1f9fc60baa3733c" providerId="LiveId" clId="{F37C3B1E-C69F-4C0B-BB1C-CD74EB688580}" dt="2022-10-06T06:57:57.131" v="530" actId="20577"/>
          <ac:spMkLst>
            <pc:docMk/>
            <pc:sldMk cId="0" sldId="363"/>
            <ac:spMk id="8193" creationId="{BAF3576E-63FB-52EE-E329-D240C619DF01}"/>
          </ac:spMkLst>
        </pc:spChg>
        <pc:spChg chg="mod">
          <ac:chgData name="Tshegofatso Mohlala" userId="d1f9fc60baa3733c" providerId="LiveId" clId="{F37C3B1E-C69F-4C0B-BB1C-CD74EB688580}" dt="2022-10-06T11:02:51.576" v="1180" actId="14100"/>
          <ac:spMkLst>
            <pc:docMk/>
            <pc:sldMk cId="0" sldId="363"/>
            <ac:spMk id="8199" creationId="{D930B68D-8A4E-B2D2-291A-912033192DB5}"/>
          </ac:spMkLst>
        </pc:spChg>
        <pc:spChg chg="mod">
          <ac:chgData name="Tshegofatso Mohlala" userId="d1f9fc60baa3733c" providerId="LiveId" clId="{F37C3B1E-C69F-4C0B-BB1C-CD74EB688580}" dt="2022-10-06T07:01:33.367" v="798" actId="20577"/>
          <ac:spMkLst>
            <pc:docMk/>
            <pc:sldMk cId="0" sldId="363"/>
            <ac:spMk id="8200" creationId="{8A3E14E9-6E29-F70D-8E9A-F77CE4E93C75}"/>
          </ac:spMkLst>
        </pc:spChg>
        <pc:spChg chg="mod">
          <ac:chgData name="Tshegofatso Mohlala" userId="d1f9fc60baa3733c" providerId="LiveId" clId="{F37C3B1E-C69F-4C0B-BB1C-CD74EB688580}" dt="2022-10-27T14:16:38.542" v="1929" actId="20577"/>
          <ac:spMkLst>
            <pc:docMk/>
            <pc:sldMk cId="0" sldId="363"/>
            <ac:spMk id="8203" creationId="{335C174E-D5AA-5E6B-FBE0-0D7929278816}"/>
          </ac:spMkLst>
        </pc:spChg>
      </pc:sldChg>
      <pc:sldChg chg="modSp mod">
        <pc:chgData name="Tshegofatso Mohlala" userId="d1f9fc60baa3733c" providerId="LiveId" clId="{F37C3B1E-C69F-4C0B-BB1C-CD74EB688580}" dt="2022-10-28T06:48:41.487" v="2126" actId="255"/>
        <pc:sldMkLst>
          <pc:docMk/>
          <pc:sldMk cId="1320982162" sldId="3311"/>
        </pc:sldMkLst>
        <pc:spChg chg="mod">
          <ac:chgData name="Tshegofatso Mohlala" userId="d1f9fc60baa3733c" providerId="LiveId" clId="{F37C3B1E-C69F-4C0B-BB1C-CD74EB688580}" dt="2022-10-28T06:45:58.098" v="2072" actId="20577"/>
          <ac:spMkLst>
            <pc:docMk/>
            <pc:sldMk cId="1320982162" sldId="3311"/>
            <ac:spMk id="3" creationId="{C7A5BB8C-8510-1344-81BB-835C0BCD9B7F}"/>
          </ac:spMkLst>
        </pc:spChg>
        <pc:spChg chg="mod">
          <ac:chgData name="Tshegofatso Mohlala" userId="d1f9fc60baa3733c" providerId="LiveId" clId="{F37C3B1E-C69F-4C0B-BB1C-CD74EB688580}" dt="2022-10-28T06:43:11.181" v="2052" actId="255"/>
          <ac:spMkLst>
            <pc:docMk/>
            <pc:sldMk cId="1320982162" sldId="3311"/>
            <ac:spMk id="4" creationId="{D781FDEA-C204-E548-A775-062F2E0EEF99}"/>
          </ac:spMkLst>
        </pc:spChg>
        <pc:spChg chg="mod">
          <ac:chgData name="Tshegofatso Mohlala" userId="d1f9fc60baa3733c" providerId="LiveId" clId="{F37C3B1E-C69F-4C0B-BB1C-CD74EB688580}" dt="2022-10-28T06:47:04.647" v="2116" actId="1076"/>
          <ac:spMkLst>
            <pc:docMk/>
            <pc:sldMk cId="1320982162" sldId="3311"/>
            <ac:spMk id="6" creationId="{ED7B0A12-3F84-494A-A143-055695EC5BAC}"/>
          </ac:spMkLst>
        </pc:spChg>
        <pc:spChg chg="mod">
          <ac:chgData name="Tshegofatso Mohlala" userId="d1f9fc60baa3733c" providerId="LiveId" clId="{F37C3B1E-C69F-4C0B-BB1C-CD74EB688580}" dt="2022-10-28T06:44:22.883" v="2071" actId="20577"/>
          <ac:spMkLst>
            <pc:docMk/>
            <pc:sldMk cId="1320982162" sldId="3311"/>
            <ac:spMk id="8" creationId="{90A8F19F-ECD9-BE43-9954-3874A983D8D7}"/>
          </ac:spMkLst>
        </pc:spChg>
        <pc:spChg chg="mod">
          <ac:chgData name="Tshegofatso Mohlala" userId="d1f9fc60baa3733c" providerId="LiveId" clId="{F37C3B1E-C69F-4C0B-BB1C-CD74EB688580}" dt="2022-10-28T06:44:01.473" v="2066" actId="255"/>
          <ac:spMkLst>
            <pc:docMk/>
            <pc:sldMk cId="1320982162" sldId="3311"/>
            <ac:spMk id="10" creationId="{FF078FF9-71F3-DF44-9FA7-51BD059300A1}"/>
          </ac:spMkLst>
        </pc:spChg>
        <pc:spChg chg="mod">
          <ac:chgData name="Tshegofatso Mohlala" userId="d1f9fc60baa3733c" providerId="LiveId" clId="{F37C3B1E-C69F-4C0B-BB1C-CD74EB688580}" dt="2022-10-28T06:48:07.744" v="2120" actId="255"/>
          <ac:spMkLst>
            <pc:docMk/>
            <pc:sldMk cId="1320982162" sldId="3311"/>
            <ac:spMk id="12" creationId="{DD2D2912-0BB1-A741-8337-164A3C237213}"/>
          </ac:spMkLst>
        </pc:spChg>
        <pc:spChg chg="mod">
          <ac:chgData name="Tshegofatso Mohlala" userId="d1f9fc60baa3733c" providerId="LiveId" clId="{F37C3B1E-C69F-4C0B-BB1C-CD74EB688580}" dt="2022-10-28T06:48:14.005" v="2121" actId="255"/>
          <ac:spMkLst>
            <pc:docMk/>
            <pc:sldMk cId="1320982162" sldId="3311"/>
            <ac:spMk id="14" creationId="{B1D41D74-E6FD-994A-B77F-041D2805CB13}"/>
          </ac:spMkLst>
        </pc:spChg>
        <pc:spChg chg="mod">
          <ac:chgData name="Tshegofatso Mohlala" userId="d1f9fc60baa3733c" providerId="LiveId" clId="{F37C3B1E-C69F-4C0B-BB1C-CD74EB688580}" dt="2022-10-28T06:48:21.857" v="2122" actId="255"/>
          <ac:spMkLst>
            <pc:docMk/>
            <pc:sldMk cId="1320982162" sldId="3311"/>
            <ac:spMk id="16" creationId="{6677F9D6-1B9F-D64E-A32C-6A1E07D74FE9}"/>
          </ac:spMkLst>
        </pc:spChg>
        <pc:spChg chg="mod">
          <ac:chgData name="Tshegofatso Mohlala" userId="d1f9fc60baa3733c" providerId="LiveId" clId="{F37C3B1E-C69F-4C0B-BB1C-CD74EB688580}" dt="2022-10-28T06:48:31.828" v="2125" actId="20577"/>
          <ac:spMkLst>
            <pc:docMk/>
            <pc:sldMk cId="1320982162" sldId="3311"/>
            <ac:spMk id="18" creationId="{59A0BEAF-8F08-E84D-8CD1-CD9A8B3111E6}"/>
          </ac:spMkLst>
        </pc:spChg>
        <pc:spChg chg="mod">
          <ac:chgData name="Tshegofatso Mohlala" userId="d1f9fc60baa3733c" providerId="LiveId" clId="{F37C3B1E-C69F-4C0B-BB1C-CD74EB688580}" dt="2022-10-28T06:48:41.487" v="2126" actId="255"/>
          <ac:spMkLst>
            <pc:docMk/>
            <pc:sldMk cId="1320982162" sldId="3311"/>
            <ac:spMk id="20" creationId="{65B08553-FE7C-C342-A881-7D6D53AF7965}"/>
          </ac:spMkLst>
        </pc:spChg>
      </pc:sldChg>
      <pc:sldChg chg="addSp delSp modSp mod">
        <pc:chgData name="Tshegofatso Mohlala" userId="d1f9fc60baa3733c" providerId="LiveId" clId="{F37C3B1E-C69F-4C0B-BB1C-CD74EB688580}" dt="2022-10-06T07:41:24.608" v="1179" actId="20577"/>
        <pc:sldMkLst>
          <pc:docMk/>
          <pc:sldMk cId="3865800448" sldId="3312"/>
        </pc:sldMkLst>
        <pc:spChg chg="add mod">
          <ac:chgData name="Tshegofatso Mohlala" userId="d1f9fc60baa3733c" providerId="LiveId" clId="{F37C3B1E-C69F-4C0B-BB1C-CD74EB688580}" dt="2022-10-06T07:16:11.043" v="1079" actId="14100"/>
          <ac:spMkLst>
            <pc:docMk/>
            <pc:sldMk cId="3865800448" sldId="3312"/>
            <ac:spMk id="5" creationId="{7CF00233-4978-681D-CDD3-0B878A49D619}"/>
          </ac:spMkLst>
        </pc:spChg>
        <pc:spChg chg="mod">
          <ac:chgData name="Tshegofatso Mohlala" userId="d1f9fc60baa3733c" providerId="LiveId" clId="{F37C3B1E-C69F-4C0B-BB1C-CD74EB688580}" dt="2022-10-06T07:33:33.825" v="1088" actId="14100"/>
          <ac:spMkLst>
            <pc:docMk/>
            <pc:sldMk cId="3865800448" sldId="3312"/>
            <ac:spMk id="6" creationId="{60D673BA-0A03-A045-9D9C-331D54D3F184}"/>
          </ac:spMkLst>
        </pc:spChg>
        <pc:spChg chg="mod">
          <ac:chgData name="Tshegofatso Mohlala" userId="d1f9fc60baa3733c" providerId="LiveId" clId="{F37C3B1E-C69F-4C0B-BB1C-CD74EB688580}" dt="2022-10-06T07:07:57.835" v="1017" actId="14100"/>
          <ac:spMkLst>
            <pc:docMk/>
            <pc:sldMk cId="3865800448" sldId="3312"/>
            <ac:spMk id="7" creationId="{53962BCE-622A-7C45-8650-89D22AD899F0}"/>
          </ac:spMkLst>
        </pc:spChg>
        <pc:spChg chg="del">
          <ac:chgData name="Tshegofatso Mohlala" userId="d1f9fc60baa3733c" providerId="LiveId" clId="{F37C3B1E-C69F-4C0B-BB1C-CD74EB688580}" dt="2022-10-06T07:05:50.178" v="976" actId="478"/>
          <ac:spMkLst>
            <pc:docMk/>
            <pc:sldMk cId="3865800448" sldId="3312"/>
            <ac:spMk id="8" creationId="{960655A2-A163-C54A-82B6-712BF4D2B22A}"/>
          </ac:spMkLst>
        </pc:spChg>
        <pc:spChg chg="del">
          <ac:chgData name="Tshegofatso Mohlala" userId="d1f9fc60baa3733c" providerId="LiveId" clId="{F37C3B1E-C69F-4C0B-BB1C-CD74EB688580}" dt="2022-10-06T07:05:52.726" v="977" actId="478"/>
          <ac:spMkLst>
            <pc:docMk/>
            <pc:sldMk cId="3865800448" sldId="3312"/>
            <ac:spMk id="9" creationId="{1DE66F2D-77AC-7543-97FD-05EECFADF7FC}"/>
          </ac:spMkLst>
        </pc:spChg>
        <pc:spChg chg="add mod">
          <ac:chgData name="Tshegofatso Mohlala" userId="d1f9fc60baa3733c" providerId="LiveId" clId="{F37C3B1E-C69F-4C0B-BB1C-CD74EB688580}" dt="2022-10-06T07:40:47.146" v="1146" actId="14100"/>
          <ac:spMkLst>
            <pc:docMk/>
            <pc:sldMk cId="3865800448" sldId="3312"/>
            <ac:spMk id="10" creationId="{925C5DD7-C4DD-FBAC-CC30-48E30422E866}"/>
          </ac:spMkLst>
        </pc:spChg>
        <pc:spChg chg="mod">
          <ac:chgData name="Tshegofatso Mohlala" userId="d1f9fc60baa3733c" providerId="LiveId" clId="{F37C3B1E-C69F-4C0B-BB1C-CD74EB688580}" dt="2022-10-06T07:07:08.509" v="1014" actId="14100"/>
          <ac:spMkLst>
            <pc:docMk/>
            <pc:sldMk cId="3865800448" sldId="3312"/>
            <ac:spMk id="11" creationId="{6EFB40EC-45CB-0A4D-AFDC-C10276FD3683}"/>
          </ac:spMkLst>
        </pc:spChg>
        <pc:spChg chg="del">
          <ac:chgData name="Tshegofatso Mohlala" userId="d1f9fc60baa3733c" providerId="LiveId" clId="{F37C3B1E-C69F-4C0B-BB1C-CD74EB688580}" dt="2022-10-06T07:05:54.944" v="978" actId="478"/>
          <ac:spMkLst>
            <pc:docMk/>
            <pc:sldMk cId="3865800448" sldId="3312"/>
            <ac:spMk id="12" creationId="{ABB2A915-D194-924E-A3F3-A04C5BD67323}"/>
          </ac:spMkLst>
        </pc:spChg>
        <pc:spChg chg="add mod">
          <ac:chgData name="Tshegofatso Mohlala" userId="d1f9fc60baa3733c" providerId="LiveId" clId="{F37C3B1E-C69F-4C0B-BB1C-CD74EB688580}" dt="2022-10-06T07:41:00.053" v="1149" actId="14100"/>
          <ac:spMkLst>
            <pc:docMk/>
            <pc:sldMk cId="3865800448" sldId="3312"/>
            <ac:spMk id="18" creationId="{738718A0-ECFB-02B5-EB10-8EBBE10FC644}"/>
          </ac:spMkLst>
        </pc:spChg>
        <pc:spChg chg="del">
          <ac:chgData name="Tshegofatso Mohlala" userId="d1f9fc60baa3733c" providerId="LiveId" clId="{F37C3B1E-C69F-4C0B-BB1C-CD74EB688580}" dt="2022-10-06T07:05:31.695" v="970" actId="478"/>
          <ac:spMkLst>
            <pc:docMk/>
            <pc:sldMk cId="3865800448" sldId="3312"/>
            <ac:spMk id="20" creationId="{7657FEC9-BBAF-E546-BBCF-D5E2CDE4DFDC}"/>
          </ac:spMkLst>
        </pc:spChg>
        <pc:spChg chg="del mod">
          <ac:chgData name="Tshegofatso Mohlala" userId="d1f9fc60baa3733c" providerId="LiveId" clId="{F37C3B1E-C69F-4C0B-BB1C-CD74EB688580}" dt="2022-10-06T07:05:28.823" v="969" actId="478"/>
          <ac:spMkLst>
            <pc:docMk/>
            <pc:sldMk cId="3865800448" sldId="3312"/>
            <ac:spMk id="21" creationId="{80D13CED-E274-DA4C-8731-4617955906B8}"/>
          </ac:spMkLst>
        </pc:spChg>
        <pc:spChg chg="del">
          <ac:chgData name="Tshegofatso Mohlala" userId="d1f9fc60baa3733c" providerId="LiveId" clId="{F37C3B1E-C69F-4C0B-BB1C-CD74EB688580}" dt="2022-10-06T07:05:23.104" v="967" actId="478"/>
          <ac:spMkLst>
            <pc:docMk/>
            <pc:sldMk cId="3865800448" sldId="3312"/>
            <ac:spMk id="22" creationId="{FD1D9805-E7E7-CC40-916B-09C18B32DC7C}"/>
          </ac:spMkLst>
        </pc:spChg>
        <pc:spChg chg="del mod">
          <ac:chgData name="Tshegofatso Mohlala" userId="d1f9fc60baa3733c" providerId="LiveId" clId="{F37C3B1E-C69F-4C0B-BB1C-CD74EB688580}" dt="2022-10-06T07:05:19.489" v="966" actId="478"/>
          <ac:spMkLst>
            <pc:docMk/>
            <pc:sldMk cId="3865800448" sldId="3312"/>
            <ac:spMk id="23" creationId="{F4069BBC-DEB7-D44F-9695-5E6274DFC891}"/>
          </ac:spMkLst>
        </pc:spChg>
        <pc:spChg chg="del">
          <ac:chgData name="Tshegofatso Mohlala" userId="d1f9fc60baa3733c" providerId="LiveId" clId="{F37C3B1E-C69F-4C0B-BB1C-CD74EB688580}" dt="2022-10-06T07:05:15.443" v="964" actId="478"/>
          <ac:spMkLst>
            <pc:docMk/>
            <pc:sldMk cId="3865800448" sldId="3312"/>
            <ac:spMk id="24" creationId="{42E0EE95-E901-0542-94A6-A526836AB096}"/>
          </ac:spMkLst>
        </pc:spChg>
        <pc:spChg chg="del">
          <ac:chgData name="Tshegofatso Mohlala" userId="d1f9fc60baa3733c" providerId="LiveId" clId="{F37C3B1E-C69F-4C0B-BB1C-CD74EB688580}" dt="2022-10-06T07:05:09.609" v="963" actId="478"/>
          <ac:spMkLst>
            <pc:docMk/>
            <pc:sldMk cId="3865800448" sldId="3312"/>
            <ac:spMk id="25" creationId="{9540C5CD-AB45-484D-B7A2-5CE1118206E5}"/>
          </ac:spMkLst>
        </pc:spChg>
        <pc:graphicFrameChg chg="modGraphic">
          <ac:chgData name="Tshegofatso Mohlala" userId="d1f9fc60baa3733c" providerId="LiveId" clId="{F37C3B1E-C69F-4C0B-BB1C-CD74EB688580}" dt="2022-10-06T07:41:24.608" v="1179" actId="20577"/>
          <ac:graphicFrameMkLst>
            <pc:docMk/>
            <pc:sldMk cId="3865800448" sldId="3312"/>
            <ac:graphicFrameMk id="4" creationId="{853B8D18-FEAF-0747-9791-A38CCBCC1799}"/>
          </ac:graphicFrameMkLst>
        </pc:graphicFrameChg>
        <pc:cxnChg chg="del">
          <ac:chgData name="Tshegofatso Mohlala" userId="d1f9fc60baa3733c" providerId="LiveId" clId="{F37C3B1E-C69F-4C0B-BB1C-CD74EB688580}" dt="2022-10-06T07:05:47.518" v="975" actId="478"/>
          <ac:cxnSpMkLst>
            <pc:docMk/>
            <pc:sldMk cId="3865800448" sldId="3312"/>
            <ac:cxnSpMk id="13" creationId="{5624BC52-3A59-8646-9818-CE8C109BFA55}"/>
          </ac:cxnSpMkLst>
        </pc:cxnChg>
        <pc:cxnChg chg="del">
          <ac:chgData name="Tshegofatso Mohlala" userId="d1f9fc60baa3733c" providerId="LiveId" clId="{F37C3B1E-C69F-4C0B-BB1C-CD74EB688580}" dt="2022-10-06T07:05:44.422" v="974" actId="478"/>
          <ac:cxnSpMkLst>
            <pc:docMk/>
            <pc:sldMk cId="3865800448" sldId="3312"/>
            <ac:cxnSpMk id="14" creationId="{BC823CD9-111B-7F4E-BE22-15B3793F4944}"/>
          </ac:cxnSpMkLst>
        </pc:cxnChg>
        <pc:cxnChg chg="del">
          <ac:chgData name="Tshegofatso Mohlala" userId="d1f9fc60baa3733c" providerId="LiveId" clId="{F37C3B1E-C69F-4C0B-BB1C-CD74EB688580}" dt="2022-10-06T07:05:40.454" v="973" actId="478"/>
          <ac:cxnSpMkLst>
            <pc:docMk/>
            <pc:sldMk cId="3865800448" sldId="3312"/>
            <ac:cxnSpMk id="15" creationId="{0EC24BC4-81CD-3744-8A0B-30E024D40FE6}"/>
          </ac:cxnSpMkLst>
        </pc:cxnChg>
        <pc:cxnChg chg="del">
          <ac:chgData name="Tshegofatso Mohlala" userId="d1f9fc60baa3733c" providerId="LiveId" clId="{F37C3B1E-C69F-4C0B-BB1C-CD74EB688580}" dt="2022-10-06T07:05:37.143" v="972" actId="478"/>
          <ac:cxnSpMkLst>
            <pc:docMk/>
            <pc:sldMk cId="3865800448" sldId="3312"/>
            <ac:cxnSpMk id="16" creationId="{DBB60C70-BEA2-AB4C-B4FF-A92FF47A8ECD}"/>
          </ac:cxnSpMkLst>
        </pc:cxnChg>
        <pc:cxnChg chg="del">
          <ac:chgData name="Tshegofatso Mohlala" userId="d1f9fc60baa3733c" providerId="LiveId" clId="{F37C3B1E-C69F-4C0B-BB1C-CD74EB688580}" dt="2022-10-06T07:05:34.359" v="971" actId="478"/>
          <ac:cxnSpMkLst>
            <pc:docMk/>
            <pc:sldMk cId="3865800448" sldId="3312"/>
            <ac:cxnSpMk id="17" creationId="{A6B8A467-FD72-754D-A8D2-1BC4CF58C1D2}"/>
          </ac:cxnSpMkLst>
        </pc:cxnChg>
      </pc:sldChg>
      <pc:sldChg chg="modSp mod">
        <pc:chgData name="Tshegofatso Mohlala" userId="d1f9fc60baa3733c" providerId="LiveId" clId="{F37C3B1E-C69F-4C0B-BB1C-CD74EB688580}" dt="2022-10-27T13:51:25.348" v="1368" actId="14100"/>
        <pc:sldMkLst>
          <pc:docMk/>
          <pc:sldMk cId="2876623504" sldId="3319"/>
        </pc:sldMkLst>
        <pc:spChg chg="mod">
          <ac:chgData name="Tshegofatso Mohlala" userId="d1f9fc60baa3733c" providerId="LiveId" clId="{F37C3B1E-C69F-4C0B-BB1C-CD74EB688580}" dt="2022-10-27T13:51:02.836" v="1333" actId="120"/>
          <ac:spMkLst>
            <pc:docMk/>
            <pc:sldMk cId="2876623504" sldId="3319"/>
            <ac:spMk id="30" creationId="{057258C7-88B5-9B42-8175-81E09D7C1BC7}"/>
          </ac:spMkLst>
        </pc:spChg>
        <pc:spChg chg="mod">
          <ac:chgData name="Tshegofatso Mohlala" userId="d1f9fc60baa3733c" providerId="LiveId" clId="{F37C3B1E-C69F-4C0B-BB1C-CD74EB688580}" dt="2022-10-27T13:50:58.901" v="1332" actId="123"/>
          <ac:spMkLst>
            <pc:docMk/>
            <pc:sldMk cId="2876623504" sldId="3319"/>
            <ac:spMk id="34" creationId="{D7ED6986-101E-CA4D-AAAB-A2EE428E5E75}"/>
          </ac:spMkLst>
        </pc:spChg>
        <pc:spChg chg="mod">
          <ac:chgData name="Tshegofatso Mohlala" userId="d1f9fc60baa3733c" providerId="LiveId" clId="{F37C3B1E-C69F-4C0B-BB1C-CD74EB688580}" dt="2022-10-27T13:51:25.348" v="1368" actId="14100"/>
          <ac:spMkLst>
            <pc:docMk/>
            <pc:sldMk cId="2876623504" sldId="3319"/>
            <ac:spMk id="37" creationId="{EC76CC55-8CF5-914F-BA74-55E6B7F47BCB}"/>
          </ac:spMkLst>
        </pc:spChg>
        <pc:spChg chg="mod">
          <ac:chgData name="Tshegofatso Mohlala" userId="d1f9fc60baa3733c" providerId="LiveId" clId="{F37C3B1E-C69F-4C0B-BB1C-CD74EB688580}" dt="2022-10-27T13:50:36.854" v="1308" actId="20577"/>
          <ac:spMkLst>
            <pc:docMk/>
            <pc:sldMk cId="2876623504" sldId="3319"/>
            <ac:spMk id="40" creationId="{18636573-1563-2540-88D4-8C340020933A}"/>
          </ac:spMkLst>
        </pc:spChg>
      </pc:sldChg>
      <pc:sldChg chg="del">
        <pc:chgData name="Tshegofatso Mohlala" userId="d1f9fc60baa3733c" providerId="LiveId" clId="{F37C3B1E-C69F-4C0B-BB1C-CD74EB688580}" dt="2022-10-27T13:56:43.798" v="1786" actId="2696"/>
        <pc:sldMkLst>
          <pc:docMk/>
          <pc:sldMk cId="4143308833" sldId="3381"/>
        </pc:sldMkLst>
      </pc:sldChg>
      <pc:sldChg chg="addSp modSp mod">
        <pc:chgData name="Tshegofatso Mohlala" userId="d1f9fc60baa3733c" providerId="LiveId" clId="{F37C3B1E-C69F-4C0B-BB1C-CD74EB688580}" dt="2022-10-28T07:17:52.812" v="2369" actId="1076"/>
        <pc:sldMkLst>
          <pc:docMk/>
          <pc:sldMk cId="1584375715" sldId="3425"/>
        </pc:sldMkLst>
        <pc:spChg chg="add mod">
          <ac:chgData name="Tshegofatso Mohlala" userId="d1f9fc60baa3733c" providerId="LiveId" clId="{F37C3B1E-C69F-4C0B-BB1C-CD74EB688580}" dt="2022-10-28T06:50:09.890" v="2148" actId="1076"/>
          <ac:spMkLst>
            <pc:docMk/>
            <pc:sldMk cId="1584375715" sldId="3425"/>
            <ac:spMk id="4" creationId="{501DEAD6-2B8C-4400-925C-693F739398F4}"/>
          </ac:spMkLst>
        </pc:spChg>
        <pc:spChg chg="add mod">
          <ac:chgData name="Tshegofatso Mohlala" userId="d1f9fc60baa3733c" providerId="LiveId" clId="{F37C3B1E-C69F-4C0B-BB1C-CD74EB688580}" dt="2022-10-28T06:59:09.788" v="2187" actId="1076"/>
          <ac:spMkLst>
            <pc:docMk/>
            <pc:sldMk cId="1584375715" sldId="3425"/>
            <ac:spMk id="5" creationId="{5C9353B8-CBA4-6A90-15E6-176C538249A6}"/>
          </ac:spMkLst>
        </pc:spChg>
        <pc:spChg chg="add mod">
          <ac:chgData name="Tshegofatso Mohlala" userId="d1f9fc60baa3733c" providerId="LiveId" clId="{F37C3B1E-C69F-4C0B-BB1C-CD74EB688580}" dt="2022-10-28T07:15:24.019" v="2250" actId="1076"/>
          <ac:spMkLst>
            <pc:docMk/>
            <pc:sldMk cId="1584375715" sldId="3425"/>
            <ac:spMk id="6" creationId="{4C7FA561-8931-D43F-CC9C-2E8239032FB5}"/>
          </ac:spMkLst>
        </pc:spChg>
        <pc:spChg chg="add mod">
          <ac:chgData name="Tshegofatso Mohlala" userId="d1f9fc60baa3733c" providerId="LiveId" clId="{F37C3B1E-C69F-4C0B-BB1C-CD74EB688580}" dt="2022-10-28T07:16:34.252" v="2316" actId="20577"/>
          <ac:spMkLst>
            <pc:docMk/>
            <pc:sldMk cId="1584375715" sldId="3425"/>
            <ac:spMk id="7" creationId="{190D3F39-9FA8-0286-E1A4-881A83D66A4B}"/>
          </ac:spMkLst>
        </pc:spChg>
        <pc:spChg chg="add mod">
          <ac:chgData name="Tshegofatso Mohlala" userId="d1f9fc60baa3733c" providerId="LiveId" clId="{F37C3B1E-C69F-4C0B-BB1C-CD74EB688580}" dt="2022-10-28T07:17:52.812" v="2369" actId="1076"/>
          <ac:spMkLst>
            <pc:docMk/>
            <pc:sldMk cId="1584375715" sldId="3425"/>
            <ac:spMk id="8" creationId="{62CA45EC-C17D-B335-925E-6C413B62C49E}"/>
          </ac:spMkLst>
        </pc:spChg>
      </pc:sldChg>
      <pc:sldChg chg="addSp delSp modSp mod setBg">
        <pc:chgData name="Tshegofatso Mohlala" userId="d1f9fc60baa3733c" providerId="LiveId" clId="{F37C3B1E-C69F-4C0B-BB1C-CD74EB688580}" dt="2022-10-27T13:49:25.489" v="1224" actId="20577"/>
        <pc:sldMkLst>
          <pc:docMk/>
          <pc:sldMk cId="3494532508" sldId="3426"/>
        </pc:sldMkLst>
        <pc:spChg chg="mod">
          <ac:chgData name="Tshegofatso Mohlala" userId="d1f9fc60baa3733c" providerId="LiveId" clId="{F37C3B1E-C69F-4C0B-BB1C-CD74EB688580}" dt="2022-10-27T13:49:25.489" v="1224" actId="20577"/>
          <ac:spMkLst>
            <pc:docMk/>
            <pc:sldMk cId="3494532508" sldId="3426"/>
            <ac:spMk id="11" creationId="{C5EA65B0-9143-CBC3-1F4D-A72A3E34F828}"/>
          </ac:spMkLst>
        </pc:spChg>
        <pc:spChg chg="add del">
          <ac:chgData name="Tshegofatso Mohlala" userId="d1f9fc60baa3733c" providerId="LiveId" clId="{F37C3B1E-C69F-4C0B-BB1C-CD74EB688580}" dt="2022-10-27T13:49:04.946" v="1215" actId="26606"/>
          <ac:spMkLst>
            <pc:docMk/>
            <pc:sldMk cId="3494532508" sldId="3426"/>
            <ac:spMk id="16" creationId="{D4771268-CB57-404A-9271-370EB28F6090}"/>
          </ac:spMkLst>
        </pc:spChg>
        <pc:picChg chg="add mod">
          <ac:chgData name="Tshegofatso Mohlala" userId="d1f9fc60baa3733c" providerId="LiveId" clId="{F37C3B1E-C69F-4C0B-BB1C-CD74EB688580}" dt="2022-10-27T13:49:09.542" v="1217" actId="26606"/>
          <ac:picMkLst>
            <pc:docMk/>
            <pc:sldMk cId="3494532508" sldId="3426"/>
            <ac:picMk id="3" creationId="{FD261C00-A0B4-B0F5-9B85-BA096306B0FB}"/>
          </ac:picMkLst>
        </pc:picChg>
        <pc:picChg chg="del">
          <ac:chgData name="Tshegofatso Mohlala" userId="d1f9fc60baa3733c" providerId="LiveId" clId="{F37C3B1E-C69F-4C0B-BB1C-CD74EB688580}" dt="2022-10-27T13:48:43.136" v="1210" actId="478"/>
          <ac:picMkLst>
            <pc:docMk/>
            <pc:sldMk cId="3494532508" sldId="3426"/>
            <ac:picMk id="10" creationId="{3C333432-EB97-2A3E-F9AA-52D7049C7965}"/>
          </ac:picMkLst>
        </pc:picChg>
      </pc:sldChg>
      <pc:sldChg chg="addSp delSp modSp mod">
        <pc:chgData name="Tshegofatso Mohlala" userId="d1f9fc60baa3733c" providerId="LiveId" clId="{F37C3B1E-C69F-4C0B-BB1C-CD74EB688580}" dt="2022-10-28T10:59:06.052" v="3306" actId="33524"/>
        <pc:sldMkLst>
          <pc:docMk/>
          <pc:sldMk cId="2003539577" sldId="3427"/>
        </pc:sldMkLst>
        <pc:spChg chg="add del mod">
          <ac:chgData name="Tshegofatso Mohlala" userId="d1f9fc60baa3733c" providerId="LiveId" clId="{F37C3B1E-C69F-4C0B-BB1C-CD74EB688580}" dt="2022-10-28T10:59:06.052" v="3306" actId="33524"/>
          <ac:spMkLst>
            <pc:docMk/>
            <pc:sldMk cId="2003539577" sldId="3427"/>
            <ac:spMk id="2" creationId="{7B809EB2-E984-1B58-13CE-73F473D09FAA}"/>
          </ac:spMkLst>
        </pc:spChg>
        <pc:spChg chg="mod">
          <ac:chgData name="Tshegofatso Mohlala" userId="d1f9fc60baa3733c" providerId="LiveId" clId="{F37C3B1E-C69F-4C0B-BB1C-CD74EB688580}" dt="2022-10-28T09:01:40.663" v="3011" actId="20577"/>
          <ac:spMkLst>
            <pc:docMk/>
            <pc:sldMk cId="2003539577" sldId="3427"/>
            <ac:spMk id="8195" creationId="{EC1A18DD-6378-3D9E-5BDA-38120C6E3CF8}"/>
          </ac:spMkLst>
        </pc:spChg>
        <pc:spChg chg="del mod">
          <ac:chgData name="Tshegofatso Mohlala" userId="d1f9fc60baa3733c" providerId="LiveId" clId="{F37C3B1E-C69F-4C0B-BB1C-CD74EB688580}" dt="2022-10-27T13:51:45.240" v="1371"/>
          <ac:spMkLst>
            <pc:docMk/>
            <pc:sldMk cId="2003539577" sldId="3427"/>
            <ac:spMk id="8200" creationId="{8A3E14E9-6E29-F70D-8E9A-F77CE4E93C75}"/>
          </ac:spMkLst>
        </pc:spChg>
      </pc:sldChg>
      <pc:sldChg chg="addSp modSp mod">
        <pc:chgData name="Tshegofatso Mohlala" userId="d1f9fc60baa3733c" providerId="LiveId" clId="{F37C3B1E-C69F-4C0B-BB1C-CD74EB688580}" dt="2022-10-27T14:02:04.597" v="1841" actId="20577"/>
        <pc:sldMkLst>
          <pc:docMk/>
          <pc:sldMk cId="169268009" sldId="3428"/>
        </pc:sldMkLst>
        <pc:spChg chg="add mod">
          <ac:chgData name="Tshegofatso Mohlala" userId="d1f9fc60baa3733c" providerId="LiveId" clId="{F37C3B1E-C69F-4C0B-BB1C-CD74EB688580}" dt="2022-10-27T14:02:04.597" v="1841" actId="20577"/>
          <ac:spMkLst>
            <pc:docMk/>
            <pc:sldMk cId="169268009" sldId="3428"/>
            <ac:spMk id="2" creationId="{D8EFB918-F407-0C4E-8626-B285704D1F3A}"/>
          </ac:spMkLst>
        </pc:spChg>
        <pc:spChg chg="mod">
          <ac:chgData name="Tshegofatso Mohlala" userId="d1f9fc60baa3733c" providerId="LiveId" clId="{F37C3B1E-C69F-4C0B-BB1C-CD74EB688580}" dt="2022-10-27T13:55:45.176" v="1700" actId="20577"/>
          <ac:spMkLst>
            <pc:docMk/>
            <pc:sldMk cId="169268009" sldId="3428"/>
            <ac:spMk id="8195" creationId="{EC1A18DD-6378-3D9E-5BDA-38120C6E3CF8}"/>
          </ac:spMkLst>
        </pc:spChg>
        <pc:spChg chg="mod">
          <ac:chgData name="Tshegofatso Mohlala" userId="d1f9fc60baa3733c" providerId="LiveId" clId="{F37C3B1E-C69F-4C0B-BB1C-CD74EB688580}" dt="2022-10-27T13:51:48.811" v="1372" actId="20577"/>
          <ac:spMkLst>
            <pc:docMk/>
            <pc:sldMk cId="169268009" sldId="3428"/>
            <ac:spMk id="8200" creationId="{8A3E14E9-6E29-F70D-8E9A-F77CE4E93C75}"/>
          </ac:spMkLst>
        </pc:spChg>
      </pc:sldChg>
      <pc:sldChg chg="addSp delSp modSp add mod">
        <pc:chgData name="Tshegofatso Mohlala" userId="d1f9fc60baa3733c" providerId="LiveId" clId="{F37C3B1E-C69F-4C0B-BB1C-CD74EB688580}" dt="2022-10-27T12:14:30.354" v="1199" actId="1076"/>
        <pc:sldMkLst>
          <pc:docMk/>
          <pc:sldMk cId="3186961564" sldId="3429"/>
        </pc:sldMkLst>
        <pc:spChg chg="mod">
          <ac:chgData name="Tshegofatso Mohlala" userId="d1f9fc60baa3733c" providerId="LiveId" clId="{F37C3B1E-C69F-4C0B-BB1C-CD74EB688580}" dt="2022-10-13T07:13:12.193" v="1187" actId="20577"/>
          <ac:spMkLst>
            <pc:docMk/>
            <pc:sldMk cId="3186961564" sldId="3429"/>
            <ac:spMk id="2" creationId="{F1323CC1-DB1E-DD45-9834-6D6051E79DE7}"/>
          </ac:spMkLst>
        </pc:spChg>
        <pc:spChg chg="del">
          <ac:chgData name="Tshegofatso Mohlala" userId="d1f9fc60baa3733c" providerId="LiveId" clId="{F37C3B1E-C69F-4C0B-BB1C-CD74EB688580}" dt="2022-10-13T07:13:23.545" v="1188" actId="478"/>
          <ac:spMkLst>
            <pc:docMk/>
            <pc:sldMk cId="3186961564" sldId="3429"/>
            <ac:spMk id="5" creationId="{7CF00233-4978-681D-CDD3-0B878A49D619}"/>
          </ac:spMkLst>
        </pc:spChg>
        <pc:spChg chg="mod">
          <ac:chgData name="Tshegofatso Mohlala" userId="d1f9fc60baa3733c" providerId="LiveId" clId="{F37C3B1E-C69F-4C0B-BB1C-CD74EB688580}" dt="2022-10-13T07:13:37.448" v="1191" actId="14100"/>
          <ac:spMkLst>
            <pc:docMk/>
            <pc:sldMk cId="3186961564" sldId="3429"/>
            <ac:spMk id="7" creationId="{53962BCE-622A-7C45-8650-89D22AD899F0}"/>
          </ac:spMkLst>
        </pc:spChg>
        <pc:spChg chg="del">
          <ac:chgData name="Tshegofatso Mohlala" userId="d1f9fc60baa3733c" providerId="LiveId" clId="{F37C3B1E-C69F-4C0B-BB1C-CD74EB688580}" dt="2022-10-13T07:13:24.422" v="1189" actId="478"/>
          <ac:spMkLst>
            <pc:docMk/>
            <pc:sldMk cId="3186961564" sldId="3429"/>
            <ac:spMk id="10" creationId="{925C5DD7-C4DD-FBAC-CC30-48E30422E866}"/>
          </ac:spMkLst>
        </pc:spChg>
        <pc:spChg chg="del">
          <ac:chgData name="Tshegofatso Mohlala" userId="d1f9fc60baa3733c" providerId="LiveId" clId="{F37C3B1E-C69F-4C0B-BB1C-CD74EB688580}" dt="2022-10-13T07:13:26.212" v="1190" actId="478"/>
          <ac:spMkLst>
            <pc:docMk/>
            <pc:sldMk cId="3186961564" sldId="3429"/>
            <ac:spMk id="18" creationId="{738718A0-ECFB-02B5-EB10-8EBBE10FC644}"/>
          </ac:spMkLst>
        </pc:spChg>
        <pc:picChg chg="add mod">
          <ac:chgData name="Tshegofatso Mohlala" userId="d1f9fc60baa3733c" providerId="LiveId" clId="{F37C3B1E-C69F-4C0B-BB1C-CD74EB688580}" dt="2022-10-27T12:13:57.615" v="1193" actId="1076"/>
          <ac:picMkLst>
            <pc:docMk/>
            <pc:sldMk cId="3186961564" sldId="3429"/>
            <ac:picMk id="8" creationId="{8A792BD1-DF62-0547-BB72-86BB2DE4B135}"/>
          </ac:picMkLst>
        </pc:picChg>
        <pc:picChg chg="add mod">
          <ac:chgData name="Tshegofatso Mohlala" userId="d1f9fc60baa3733c" providerId="LiveId" clId="{F37C3B1E-C69F-4C0B-BB1C-CD74EB688580}" dt="2022-10-27T12:14:11.772" v="1195" actId="1076"/>
          <ac:picMkLst>
            <pc:docMk/>
            <pc:sldMk cId="3186961564" sldId="3429"/>
            <ac:picMk id="9" creationId="{B99E4733-5E22-664F-63CD-167D85C14097}"/>
          </ac:picMkLst>
        </pc:picChg>
        <pc:picChg chg="add mod">
          <ac:chgData name="Tshegofatso Mohlala" userId="d1f9fc60baa3733c" providerId="LiveId" clId="{F37C3B1E-C69F-4C0B-BB1C-CD74EB688580}" dt="2022-10-27T12:14:30.354" v="1199" actId="1076"/>
          <ac:picMkLst>
            <pc:docMk/>
            <pc:sldMk cId="3186961564" sldId="3429"/>
            <ac:picMk id="12" creationId="{71553695-142A-A8C4-4444-6480CD95D824}"/>
          </ac:picMkLst>
        </pc:picChg>
      </pc:sldChg>
      <pc:sldChg chg="new del">
        <pc:chgData name="Tshegofatso Mohlala" userId="d1f9fc60baa3733c" providerId="LiveId" clId="{F37C3B1E-C69F-4C0B-BB1C-CD74EB688580}" dt="2022-10-27T13:52:00.700" v="1374" actId="47"/>
        <pc:sldMkLst>
          <pc:docMk/>
          <pc:sldMk cId="2433317266" sldId="3430"/>
        </pc:sldMkLst>
      </pc:sldChg>
      <pc:sldChg chg="addSp modSp add mod ord">
        <pc:chgData name="Tshegofatso Mohlala" userId="d1f9fc60baa3733c" providerId="LiveId" clId="{F37C3B1E-C69F-4C0B-BB1C-CD74EB688580}" dt="2022-10-28T07:33:52.683" v="2963" actId="1076"/>
        <pc:sldMkLst>
          <pc:docMk/>
          <pc:sldMk cId="3607090879" sldId="3430"/>
        </pc:sldMkLst>
        <pc:spChg chg="mod">
          <ac:chgData name="Tshegofatso Mohlala" userId="d1f9fc60baa3733c" providerId="LiveId" clId="{F37C3B1E-C69F-4C0B-BB1C-CD74EB688580}" dt="2022-10-28T07:32:24.917" v="2956" actId="1076"/>
          <ac:spMkLst>
            <pc:docMk/>
            <pc:sldMk cId="3607090879" sldId="3430"/>
            <ac:spMk id="2" creationId="{7B809EB2-E984-1B58-13CE-73F473D09FAA}"/>
          </ac:spMkLst>
        </pc:spChg>
        <pc:spChg chg="mod">
          <ac:chgData name="Tshegofatso Mohlala" userId="d1f9fc60baa3733c" providerId="LiveId" clId="{F37C3B1E-C69F-4C0B-BB1C-CD74EB688580}" dt="2022-10-28T07:27:34.189" v="2417" actId="20577"/>
          <ac:spMkLst>
            <pc:docMk/>
            <pc:sldMk cId="3607090879" sldId="3430"/>
            <ac:spMk id="8195" creationId="{EC1A18DD-6378-3D9E-5BDA-38120C6E3CF8}"/>
          </ac:spMkLst>
        </pc:spChg>
        <pc:picChg chg="add mod">
          <ac:chgData name="Tshegofatso Mohlala" userId="d1f9fc60baa3733c" providerId="LiveId" clId="{F37C3B1E-C69F-4C0B-BB1C-CD74EB688580}" dt="2022-10-28T07:32:59.812" v="2961" actId="1076"/>
          <ac:picMkLst>
            <pc:docMk/>
            <pc:sldMk cId="3607090879" sldId="3430"/>
            <ac:picMk id="3" creationId="{D8D229D5-1CEB-CC64-D695-0C1A113DD1C4}"/>
          </ac:picMkLst>
        </pc:picChg>
        <pc:picChg chg="add mod">
          <ac:chgData name="Tshegofatso Mohlala" userId="d1f9fc60baa3733c" providerId="LiveId" clId="{F37C3B1E-C69F-4C0B-BB1C-CD74EB688580}" dt="2022-10-28T07:33:52.683" v="2963" actId="1076"/>
          <ac:picMkLst>
            <pc:docMk/>
            <pc:sldMk cId="3607090879" sldId="3430"/>
            <ac:picMk id="6" creationId="{37FD246B-42F2-129B-1574-8A8218BF20D1}"/>
          </ac:picMkLst>
        </pc:picChg>
      </pc:sldChg>
      <pc:sldChg chg="add">
        <pc:chgData name="Tshegofatso Mohlala" userId="d1f9fc60baa3733c" providerId="LiveId" clId="{F37C3B1E-C69F-4C0B-BB1C-CD74EB688580}" dt="2022-10-28T09:00:11.239" v="2978" actId="2890"/>
        <pc:sldMkLst>
          <pc:docMk/>
          <pc:sldMk cId="2199469535" sldId="34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10/28/2022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8EA26B66-77F2-00BE-7697-AF705D76DD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BC3BFB-F514-4EB4-8368-AA039BA74C13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39498E3-CA5D-5BA1-B6D3-FA238D0CD62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64EBD31-F3E4-73FD-3ACA-718406A00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8EA26B66-77F2-00BE-7697-AF705D76DD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BC3BFB-F514-4EB4-8368-AA039BA74C13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39498E3-CA5D-5BA1-B6D3-FA238D0CD62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64EBD31-F3E4-73FD-3ACA-718406A00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49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8EA26B66-77F2-00BE-7697-AF705D76DD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BC3BFB-F514-4EB4-8368-AA039BA74C13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39498E3-CA5D-5BA1-B6D3-FA238D0CD62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64EBD31-F3E4-73FD-3ACA-718406A00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293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8EA26B66-77F2-00BE-7697-AF705D76DD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BC3BFB-F514-4EB4-8368-AA039BA74C13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39498E3-CA5D-5BA1-B6D3-FA238D0CD62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64EBD31-F3E4-73FD-3ACA-718406A00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153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8EA26B66-77F2-00BE-7697-AF705D76DD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BC3BFB-F514-4EB4-8368-AA039BA74C13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39498E3-CA5D-5BA1-B6D3-FA238D0CD62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64EBD31-F3E4-73FD-3ACA-718406A00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29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5C9C5B-BBA9-42AB-806E-92FC22E19CBA}"/>
              </a:ext>
            </a:extLst>
          </p:cNvPr>
          <p:cNvSpPr/>
          <p:nvPr userDrawn="1"/>
        </p:nvSpPr>
        <p:spPr>
          <a:xfrm>
            <a:off x="-1" y="0"/>
            <a:ext cx="903746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30CF48-DD5D-4C81-BA7E-470DCBA61E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76500" y="622103"/>
            <a:ext cx="9715500" cy="372092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7E08E4E-686B-490D-8EA1-DDC9F1BC7C24}"/>
              </a:ext>
            </a:extLst>
          </p:cNvPr>
          <p:cNvCxnSpPr>
            <a:cxnSpLocks/>
          </p:cNvCxnSpPr>
          <p:nvPr userDrawn="1"/>
        </p:nvCxnSpPr>
        <p:spPr>
          <a:xfrm>
            <a:off x="739466" y="0"/>
            <a:ext cx="0" cy="618773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78B2B3F-3573-4632-872A-ADB36AF412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9337" y="5779363"/>
            <a:ext cx="2459114" cy="68543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1800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FF5EE2F-D68A-4C3C-A342-4C0CE6CE20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99663" y="5791178"/>
            <a:ext cx="2459114" cy="68542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DB723-8435-4F35-BF55-AFB7DC8F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205" y="4965134"/>
            <a:ext cx="4333088" cy="159600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80000"/>
              </a:lnSpc>
              <a:defRPr sz="5000" spc="100" baseline="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758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5ED5F1-A62B-4555-807E-91FAE1443CC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D60F5-07EA-4D8F-AAFA-0F48CB78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D4C42-D293-4981-BA06-A4638BE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E9D98-F221-47DC-AE55-8165BB7A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4C3D64C-77F6-4601-B573-9A9B6E23BB6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675242" y="2051170"/>
            <a:ext cx="5362575" cy="35321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D17CD-E6D2-4329-B271-1E59AA98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242" y="1418953"/>
            <a:ext cx="5362575" cy="495691"/>
          </a:xfrm>
          <a:prstGeom prst="rect">
            <a:avLst/>
          </a:prstGeom>
        </p:spPr>
        <p:txBody>
          <a:bodyPr anchor="ctr"/>
          <a:lstStyle>
            <a:lvl1pPr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8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Presenter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CD5AE0D9-6B20-4F29-A35B-2A00C25FF8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82906" y="0"/>
            <a:ext cx="4635426" cy="6857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C56C8-D828-4A31-A5B9-CF1AEFA7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7184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B0264-B3C3-46A0-80DD-67C59DB2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D3C3B-0FFE-494C-B4AC-477B6A9D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285A10A-1880-4D4E-A99B-1C19043F2A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0189" y="2396358"/>
            <a:ext cx="3266975" cy="32668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 b="1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624F1FC7-2617-499A-8CB8-B61FC7D9B7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9508" y="2756830"/>
            <a:ext cx="4834569" cy="23841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169A36-7DEF-42D4-850F-59A3233F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834" y="0"/>
            <a:ext cx="0" cy="27574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ADB6D5-97B3-42ED-B8C7-5AD951CB8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29133" y="2551471"/>
            <a:ext cx="346286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B7B60A-1B6C-4E40-94D7-AE1BD371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10973" y="4189152"/>
            <a:ext cx="3121302" cy="469478"/>
          </a:xfrm>
          <a:prstGeom prst="rect">
            <a:avLst/>
          </a:prstGeom>
        </p:spPr>
        <p:txBody>
          <a:bodyPr anchor="ctr"/>
          <a:lstStyle>
            <a:lvl1pPr algn="r"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 algn="r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FE3E-14BB-4DC6-A806-1E62C1D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137" y="1360309"/>
            <a:ext cx="2909309" cy="657882"/>
          </a:xfrm>
          <a:prstGeom prst="rect">
            <a:avLst/>
          </a:prstGeom>
        </p:spPr>
        <p:txBody>
          <a:bodyPr anchor="ctr"/>
          <a:lstStyle>
            <a:lvl1pPr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FD7EF65-6DE9-4029-B3A0-F08E11BC9E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795752"/>
            <a:ext cx="12192000" cy="40622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123B9F8E-DAD6-45B2-B55B-B070484318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1075509"/>
            <a:ext cx="5293260" cy="140877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F9177-0C51-4496-B5AE-7ED4F8F3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A035F-C837-4CCA-BB19-CE656F05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2F927-F23D-4ABB-BEC9-11C2CC69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244728-2BE1-4CB4-A19E-903E75BD8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27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out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109947-4B08-4C56-B65B-A6FDFEF47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510815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87A38D-E82D-42F1-A188-30F49DD5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785" y="0"/>
            <a:ext cx="0" cy="2514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1205ABD4-5AFD-4B99-8836-D12AA42FC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82510" y="0"/>
            <a:ext cx="7609489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0A53F-EFDF-40A3-B9E3-58EB0D3F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8/05/20XX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F547C10E-8A59-4B22-ADF0-994850F759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17111" y="2906895"/>
            <a:ext cx="4606159" cy="22212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9DE00E7-8296-408A-905C-ECBA407C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00B3723-B30F-4BDB-A030-4B06ADE7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FA9AB-9D34-43A5-947E-835D7FE2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2" y="2225678"/>
            <a:ext cx="4607268" cy="469476"/>
          </a:xfrm>
          <a:prstGeom prst="rect">
            <a:avLst/>
          </a:prstGeom>
        </p:spPr>
        <p:txBody>
          <a:bodyPr anchor="ctr"/>
          <a:lstStyle>
            <a:lvl1pPr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52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40FD269-E069-45DA-B668-BE984BFA32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9DE71-7B7A-4473-ABD8-99575CAF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A1C9B-284B-4C89-8743-52285AC9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1FE06-5B3A-40E2-82AA-E4516ED2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ACE5847-B709-473D-A366-54ADA852F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5107" y="3055535"/>
            <a:ext cx="7981786" cy="260910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3200" i="1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B1850-15F7-414E-B8F6-3A5B3D10B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083" y="5448575"/>
            <a:ext cx="4881563" cy="463550"/>
          </a:xfrm>
          <a:prstGeom prst="rect">
            <a:avLst/>
          </a:prstGeom>
        </p:spPr>
        <p:txBody>
          <a:bodyPr/>
          <a:lstStyle>
            <a:lvl1pPr algn="r">
              <a:defRPr lang="en-US" sz="1800" spc="1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6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ypothesis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796CDC-3154-4ACA-A920-8CBE431C2A1A}"/>
              </a:ext>
            </a:extLst>
          </p:cNvPr>
          <p:cNvSpPr/>
          <p:nvPr userDrawn="1"/>
        </p:nvSpPr>
        <p:spPr>
          <a:xfrm>
            <a:off x="0" y="0"/>
            <a:ext cx="468761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5FA8B4-F9F3-4FF5-B11F-483A1B95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7B8F04-28A5-462E-86DE-06C37E40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B2DAE-4645-4AA0-87C9-39874FDB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3BB9146A-68F5-433B-8411-A12C7C8F78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747641" y="1193612"/>
            <a:ext cx="3513083" cy="140050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70974D-DE65-42B3-BEB4-235503245B26}"/>
              </a:ext>
            </a:extLst>
          </p:cNvPr>
          <p:cNvSpPr/>
          <p:nvPr userDrawn="1"/>
        </p:nvSpPr>
        <p:spPr>
          <a:xfrm>
            <a:off x="6360072" y="924801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5BA888A7-F91E-4923-AB10-31BEF8C2FEB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747641" y="4120055"/>
            <a:ext cx="3513083" cy="1185839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803CCC-79BF-4752-81AA-D68AB023A6B6}"/>
              </a:ext>
            </a:extLst>
          </p:cNvPr>
          <p:cNvSpPr/>
          <p:nvPr userDrawn="1"/>
        </p:nvSpPr>
        <p:spPr>
          <a:xfrm>
            <a:off x="6360072" y="3584028"/>
            <a:ext cx="4288221" cy="204322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CBC35A-FE4E-467A-A20D-9063B371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03095" y="0"/>
            <a:ext cx="0" cy="370473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A4FC0018-1CBF-4BC0-BE79-B983651D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1005213" y="4932422"/>
            <a:ext cx="2635209" cy="523708"/>
          </a:xfrm>
          <a:prstGeom prst="rect">
            <a:avLst/>
          </a:prstGeom>
        </p:spPr>
        <p:txBody>
          <a:bodyPr anchor="ctr"/>
          <a:lstStyle>
            <a:lvl1pPr algn="r">
              <a:defRPr lang="en-US" sz="2400" spc="100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algn="r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44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centage of Communication Tools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6ACE2-BA16-48C7-A451-845668BC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8/05/20XX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B479B-4CEB-47DB-903C-2E2D2445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Conference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F2130-E7AA-4706-B388-47F7E032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311573-5DB1-44CE-818B-9E5F570408F1}"/>
              </a:ext>
            </a:extLst>
          </p:cNvPr>
          <p:cNvSpPr/>
          <p:nvPr userDrawn="1"/>
        </p:nvSpPr>
        <p:spPr>
          <a:xfrm>
            <a:off x="638177" y="631627"/>
            <a:ext cx="10915645" cy="55881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ontent Placeholder 15">
            <a:extLst>
              <a:ext uri="{FF2B5EF4-FFF2-40B4-BE49-F238E27FC236}">
                <a16:creationId xmlns:a16="http://schemas.microsoft.com/office/drawing/2014/main" id="{6E328664-C733-476A-81C6-2A0B15B001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029158" y="2838122"/>
            <a:ext cx="1786759" cy="43092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Content Placeholder 15">
            <a:extLst>
              <a:ext uri="{FF2B5EF4-FFF2-40B4-BE49-F238E27FC236}">
                <a16:creationId xmlns:a16="http://schemas.microsoft.com/office/drawing/2014/main" id="{4DA6C57C-E2CB-484E-94E6-9AB8DC7DB4C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29158" y="3379435"/>
            <a:ext cx="1786759" cy="43092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97E74E6E-CDEF-424A-B7CE-5B34A0AC34D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29158" y="3928699"/>
            <a:ext cx="1786759" cy="43092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E7A1AA76-7517-4C53-B2A4-EE8B1C6ADDD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029158" y="4476966"/>
            <a:ext cx="1786759" cy="43092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273C9D83-2282-43F4-BB54-7CDA96B455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98588" y="1307183"/>
            <a:ext cx="1783393" cy="17830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Univers LT Std 45 Light" panose="020B0703030502020204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90C1AC4A-23E9-4676-A30E-E39B4342FF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98588" y="3703828"/>
            <a:ext cx="1783393" cy="17830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Univers LT Std 45 Light" panose="020B0703030502020204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2C256BCC-FED6-4D75-8C65-5967DD2E01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33309" y="1307183"/>
            <a:ext cx="1783393" cy="17830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Univers LT Std 45 Light" panose="020B0703030502020204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036A0378-B8F0-463A-A66D-83D798223E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3309" y="3703828"/>
            <a:ext cx="1783393" cy="17830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spc="100" baseline="0">
                <a:solidFill>
                  <a:schemeClr val="accent1"/>
                </a:solidFill>
                <a:latin typeface="Univers LT Std 45 Light" panose="020B0703030502020204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DF22D-6760-4BDD-92EF-E940DCC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97" y="1369287"/>
            <a:ext cx="4079564" cy="126881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80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king Great Products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BAADBBE-F1E3-480E-BE79-B55DEF941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C868C7-0B77-47B8-9C16-7F97AA9F0D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198D5-23F4-441A-AD0A-C6CD015E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E5DAC80-95FC-4BA1-98B2-5631FB3B019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37298" y="3200401"/>
            <a:ext cx="5257799" cy="1701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64448FE-96B4-43C5-8721-4FBF69ED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8104834-0355-4576-A9E5-FF5B92B3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2D377-D829-49CC-9253-683054B9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298" y="2063075"/>
            <a:ext cx="5257799" cy="1268810"/>
          </a:xfrm>
          <a:prstGeom prst="rect">
            <a:avLst/>
          </a:prstGeom>
        </p:spPr>
        <p:txBody>
          <a:bodyPr anchor="ctr"/>
          <a:lstStyle>
            <a:lvl1pPr>
              <a:defRPr lang="en-US" sz="2400" spc="100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12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ng Contoso to the Competition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95D6E1F-61DD-45C8-BD0F-87774F3858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F1E30-78A1-4D04-868B-2FF65A0C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8/05/20XX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2EE5A-2D26-4A38-BF97-6266BFC4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716CE84D-B2FA-4712-9112-9A6349EE051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08686" y="2921932"/>
            <a:ext cx="4114800" cy="12688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5EB29FAF-F8EE-4156-8E07-E14DFBABA09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08686" y="4327267"/>
            <a:ext cx="4114800" cy="12688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5BC42-EC33-40D4-8189-69F1D23AD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686" y="1516597"/>
            <a:ext cx="3980182" cy="126881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32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9C0924B-E154-4A9E-830A-0CED0F96B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9FC371A-791E-4A18-A05F-62DAAB144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370EA53-C218-4777-8992-DFE61FD94A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52263598-CA5C-4D32-8005-69A3003C53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4255F76-4757-4D5C-80D7-A3307CEBC1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9397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948AE7E-55CC-4F22-9239-099E8E8EF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91E6446-232F-4870-8335-C708DDB3E7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A3A8254-B2DC-4C36-8E81-397E7CB3EC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48C7215-4A75-4BF9-96EC-BEA9AA123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C2FA34D0-4280-4201-9E40-5FE0D81D7D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0D6DFA-0AE8-42A3-ADA8-785B98B99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E475D18-842D-4508-9049-99A36DA389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939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7A2B249-C1B4-4F5F-9C74-B3763CCFC8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4240E02-7397-4BFB-923B-4E4A96C7C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1400094-84D6-4303-BA4B-0E0D1FF018E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AF6E8A4-DDDD-49A1-B1C9-3574B58A8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D9AB8D6A-C296-4468-9A7D-7F46B3642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7957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17C8109-2F1A-4248-BE14-FE5D4AE1E3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735C006-B8AC-427F-A337-4F607EB5431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B62C7805-F615-4B77-89DD-63F1F946E78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7B0BABA0-0326-410E-AECF-0D41365DD47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E4FCBEC-4348-4D10-B139-FD526C86B17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A4FA8D2-F1E5-4A88-855F-84D521DB704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7E27FFDC-7B67-4C2F-8712-C7961E6E9A9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7957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B098AA04-538E-4D0B-BC5E-3C79B451D1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72211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80992CBE-A6F0-4FF1-8F4F-84B050480A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361409"/>
            <a:ext cx="10210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738B60B3-540F-4900-A4BB-0B521A1F75C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6720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FD7D7797-7938-4D6E-B5A4-21536E2021E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6720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F7B339B7-1A20-4B38-8EAE-3C98E757DA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67200"/>
            <a:ext cx="1440088" cy="46959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3D0B1401-F4EC-4750-A2AA-34CD72504AC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978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25C7DA61-BA93-48EE-BB6E-9E5D96271AC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978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6B7F232D-8C58-4A29-8A95-52E6B74C053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9787"/>
            <a:ext cx="1440088" cy="40878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2334811-4848-4246-ACD8-273541203B2A}"/>
              </a:ext>
            </a:extLst>
          </p:cNvPr>
          <p:cNvCxnSpPr>
            <a:cxnSpLocks/>
          </p:cNvCxnSpPr>
          <p:nvPr userDrawn="1"/>
        </p:nvCxnSpPr>
        <p:spPr>
          <a:xfrm>
            <a:off x="0" y="755452"/>
            <a:ext cx="980936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5E76D73-D506-4E6B-A789-AB87E732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0418" y="100579"/>
            <a:ext cx="1943381" cy="1268811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 algn="r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70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aways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3D8856B-7A24-4C55-9910-ED81BFA0A0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3B3118EB-9968-4E6E-B2B6-A76765DCFA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01509" y="2431279"/>
            <a:ext cx="4288971" cy="30551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ABAA64D-DEC0-453B-A9D7-7183AF0C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74F7F62-A2D6-471E-83D8-44BA2699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88F189-31A8-4BA7-80D9-4A40A4E2B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34820" y="-3976"/>
            <a:ext cx="0" cy="21593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4EE86B4-3F11-45CB-96F9-7D1AB761A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506" y="1761891"/>
            <a:ext cx="4288971" cy="53286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273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ps for Busines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60ED5431-1075-4889-87EB-D79FFE5096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04630"/>
            <a:ext cx="12192000" cy="40622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E7CC669C-5E68-40A8-8F59-E044A32F4B3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09845" y="999340"/>
            <a:ext cx="5578870" cy="140877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spc="100" baseline="0"/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EEC13B-7926-4108-B0C5-F3A2A5AE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689250"/>
            <a:ext cx="160637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546480-8B8D-4EF8-8C6A-DFFAC27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59" y="1352736"/>
            <a:ext cx="3037792" cy="65788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7896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to Action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15B931B-7725-4C86-A82C-07F42F44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97500" y="2009775"/>
            <a:ext cx="6794499" cy="28384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16D3891-B2BA-4AE6-AAA7-560547F4B5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311899" cy="6858000"/>
          </a:xfrm>
          <a:custGeom>
            <a:avLst/>
            <a:gdLst>
              <a:gd name="connsiteX0" fmla="*/ 0 w 6311899"/>
              <a:gd name="connsiteY0" fmla="*/ 0 h 6858000"/>
              <a:gd name="connsiteX1" fmla="*/ 6311899 w 6311899"/>
              <a:gd name="connsiteY1" fmla="*/ 0 h 6858000"/>
              <a:gd name="connsiteX2" fmla="*/ 6311899 w 6311899"/>
              <a:gd name="connsiteY2" fmla="*/ 2009775 h 6858000"/>
              <a:gd name="connsiteX3" fmla="*/ 5397499 w 6311899"/>
              <a:gd name="connsiteY3" fmla="*/ 2009775 h 6858000"/>
              <a:gd name="connsiteX4" fmla="*/ 5397499 w 6311899"/>
              <a:gd name="connsiteY4" fmla="*/ 4848225 h 6858000"/>
              <a:gd name="connsiteX5" fmla="*/ 6311899 w 6311899"/>
              <a:gd name="connsiteY5" fmla="*/ 4848225 h 6858000"/>
              <a:gd name="connsiteX6" fmla="*/ 6311899 w 6311899"/>
              <a:gd name="connsiteY6" fmla="*/ 6858000 h 6858000"/>
              <a:gd name="connsiteX7" fmla="*/ 0 w 63118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1899" h="6858000">
                <a:moveTo>
                  <a:pt x="0" y="0"/>
                </a:moveTo>
                <a:lnTo>
                  <a:pt x="6311899" y="0"/>
                </a:lnTo>
                <a:lnTo>
                  <a:pt x="6311899" y="2009775"/>
                </a:lnTo>
                <a:lnTo>
                  <a:pt x="5397499" y="2009775"/>
                </a:lnTo>
                <a:lnTo>
                  <a:pt x="5397499" y="4848225"/>
                </a:lnTo>
                <a:lnTo>
                  <a:pt x="6311899" y="4848225"/>
                </a:lnTo>
                <a:lnTo>
                  <a:pt x="63118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9831967-45C9-40AF-A955-56E9578B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19230" y="6356350"/>
            <a:ext cx="3152912" cy="365125"/>
          </a:xfrm>
        </p:spPr>
        <p:txBody>
          <a:bodyPr/>
          <a:lstStyle>
            <a:lvl1pPr algn="l"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6167DEC-7546-44F6-AD64-E71C2FF1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0344" y="6356350"/>
            <a:ext cx="843455" cy="365125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61241730-14B7-407E-9517-F4510520D03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1900" y="3282850"/>
            <a:ext cx="5350010" cy="10307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5B60F-1D5E-4B0C-8354-2E7AA187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98" y="2471206"/>
            <a:ext cx="5350010" cy="86739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spc="100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1455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9C6F1ED5-824E-4C14-8D5E-5A0A26C542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15A3-6E46-4BC3-B867-3A6A61D0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ADF53-2713-40AC-9CC8-AA83770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08A84-ADB1-42C6-A7B1-E5C5A728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9F762423-7F4E-4A21-8F09-05418F82F9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78765" y="3267882"/>
            <a:ext cx="3193926" cy="2203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  <a:defRPr sz="14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AE728-7030-4847-B87B-FDB4B86E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765" y="2371063"/>
            <a:ext cx="3193926" cy="99945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lang="en-US" sz="2400" spc="100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016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953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998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DDB3C14-5BDB-7B4C-9CD1-3C2156BE90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3343" y="1671481"/>
            <a:ext cx="2272876" cy="22704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7AEF380-D2F4-9943-B5DC-76E1010E52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9562" y="1671481"/>
            <a:ext cx="2272876" cy="22704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56590F-1984-B046-909C-39A3E99EEF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75781" y="1671481"/>
            <a:ext cx="2272876" cy="22704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478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DDB3C14-5BDB-7B4C-9CD1-3C2156BE90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0334" y="1671481"/>
            <a:ext cx="2272876" cy="22704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7AEF380-D2F4-9943-B5DC-76E1010E52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3153" y="1671481"/>
            <a:ext cx="2272876" cy="22704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56590F-1984-B046-909C-39A3E99EEF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78790" y="1671481"/>
            <a:ext cx="2272876" cy="22704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FEBD460-FCC0-394B-A281-187ED0CB3A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5971" y="1671481"/>
            <a:ext cx="2272876" cy="22704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434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DDB3C14-5BDB-7B4C-9CD1-3C2156BE90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0611" y="1808641"/>
            <a:ext cx="2272876" cy="1883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7AEF380-D2F4-9943-B5DC-76E1010E52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9912" y="1808641"/>
            <a:ext cx="2272876" cy="1883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56590F-1984-B046-909C-39A3E99EEF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58513" y="1808641"/>
            <a:ext cx="2272876" cy="1883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FEBD460-FCC0-394B-A281-187ED0CB3A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9212" y="1808641"/>
            <a:ext cx="2272876" cy="1883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algn="ctr"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81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1257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7809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9132D6-0004-C34B-A570-7AECE00271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4072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206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9132D6-0004-C34B-A570-7AECE00271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96871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31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9132D6-0004-C34B-A570-7AECE00271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03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776C08-7EBC-5894-EF43-4D5535A074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4CC865-4E84-593B-13CB-C3FE1673B3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EF43E8-6F20-517B-2CC2-BD11DAB115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430A45-EEDA-4FEF-A6A4-78F23D7B0B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74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8/05/20XX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Conference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DCE26-8B90-4B2C-883A-D5FFC365BF8A}"/>
              </a:ext>
            </a:extLst>
          </p:cNvPr>
          <p:cNvSpPr txBox="1"/>
          <p:nvPr userDrawn="1"/>
        </p:nvSpPr>
        <p:spPr>
          <a:xfrm>
            <a:off x="5637320" y="297401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i="0" dirty="0">
              <a:latin typeface="Open Sans" panose="020B0606030504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12670" y="442590"/>
            <a:ext cx="160301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ctr"/>
              <a:t>‹#›</a:t>
            </a:fld>
            <a:endParaRPr lang="en-US" sz="1400" b="0" i="0" spc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98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Open Sans" panose="020B0606030504020204" pitchFamily="34" charset="0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 dirty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920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 dirty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198243" y="442590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42478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9B274D2-774F-4C24-A448-1EFB461A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204" y="4965134"/>
            <a:ext cx="6069829" cy="1596004"/>
          </a:xfrm>
        </p:spPr>
        <p:txBody>
          <a:bodyPr/>
          <a:lstStyle/>
          <a:p>
            <a:r>
              <a:rPr lang="en-US" sz="2000" dirty="0" err="1"/>
              <a:t>Driveby</a:t>
            </a:r>
            <a:r>
              <a:rPr lang="en-US" sz="2000"/>
              <a:t> attack</a:t>
            </a:r>
            <a:endParaRPr lang="en-US" sz="2000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EEB6582-6001-4276-8F87-1470B6FA14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99663" y="5791178"/>
            <a:ext cx="2459114" cy="685429"/>
          </a:xfrm>
        </p:spPr>
        <p:txBody>
          <a:bodyPr/>
          <a:lstStyle/>
          <a:p>
            <a:r>
              <a:rPr lang="en-US" dirty="0"/>
              <a:t>07/20/20XX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E53D77-9958-7F86-CFB2-319D1EA889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40119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18"/>
    </mc:Choice>
    <mc:Fallback xmlns="">
      <p:transition spd="slow" advTm="811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39AA8-7361-0E41-A283-91230C7DE69C}"/>
              </a:ext>
            </a:extLst>
          </p:cNvPr>
          <p:cNvSpPr txBox="1"/>
          <p:nvPr/>
        </p:nvSpPr>
        <p:spPr>
          <a:xfrm>
            <a:off x="4633916" y="306186"/>
            <a:ext cx="29241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272829"/>
                </a:solidFill>
                <a:latin typeface="Poppins" pitchFamily="2" charset="77"/>
                <a:cs typeface="Poppins" pitchFamily="2" charset="77"/>
              </a:rPr>
              <a:t>AGENDA SLIDE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F9F9F-BEFF-CE42-ACB4-8E1879A3E2AA}"/>
              </a:ext>
            </a:extLst>
          </p:cNvPr>
          <p:cNvSpPr txBox="1"/>
          <p:nvPr/>
        </p:nvSpPr>
        <p:spPr>
          <a:xfrm>
            <a:off x="4813438" y="787593"/>
            <a:ext cx="2565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1200" spc="150" dirty="0">
                <a:solidFill>
                  <a:srgbClr val="FFFFFF">
                    <a:lumMod val="65000"/>
                  </a:srgbClr>
                </a:solidFill>
                <a:latin typeface="Poppins Light" pitchFamily="2" charset="77"/>
                <a:cs typeface="Poppins Light" pitchFamily="2" charset="77"/>
              </a:rPr>
              <a:t>WRITE YOUR SUBTITLE HERE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F7AD9798-066A-214D-BD1B-12C4E511B271}"/>
              </a:ext>
            </a:extLst>
          </p:cNvPr>
          <p:cNvSpPr/>
          <p:nvPr/>
        </p:nvSpPr>
        <p:spPr>
          <a:xfrm>
            <a:off x="762000" y="3061874"/>
            <a:ext cx="2298358" cy="920579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253CE652-581A-2C4C-9D1C-A060998E0409}"/>
              </a:ext>
            </a:extLst>
          </p:cNvPr>
          <p:cNvSpPr/>
          <p:nvPr/>
        </p:nvSpPr>
        <p:spPr>
          <a:xfrm>
            <a:off x="2854410" y="3061874"/>
            <a:ext cx="2298358" cy="920579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898989"/>
              </a:solidFill>
              <a:latin typeface="Calibri" panose="020F0502020204030204"/>
            </a:endParaRP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B47989A0-501E-3445-B533-5F9C4B466E8D}"/>
              </a:ext>
            </a:extLst>
          </p:cNvPr>
          <p:cNvSpPr/>
          <p:nvPr/>
        </p:nvSpPr>
        <p:spPr>
          <a:xfrm>
            <a:off x="4946821" y="3061874"/>
            <a:ext cx="2298358" cy="920579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898989"/>
              </a:solidFill>
              <a:latin typeface="Calibri" panose="020F0502020204030204"/>
            </a:endParaRP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76E4BA27-5900-4443-A5E7-C6EAC5B98D5F}"/>
              </a:ext>
            </a:extLst>
          </p:cNvPr>
          <p:cNvSpPr/>
          <p:nvPr/>
        </p:nvSpPr>
        <p:spPr>
          <a:xfrm>
            <a:off x="7039231" y="3061874"/>
            <a:ext cx="2298358" cy="920579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898989"/>
              </a:solidFill>
              <a:latin typeface="Calibri" panose="020F0502020204030204"/>
            </a:endParaRP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2E8E856A-116A-3D41-922B-26400389BBF8}"/>
              </a:ext>
            </a:extLst>
          </p:cNvPr>
          <p:cNvSpPr/>
          <p:nvPr/>
        </p:nvSpPr>
        <p:spPr>
          <a:xfrm>
            <a:off x="9131642" y="3061874"/>
            <a:ext cx="2298358" cy="920579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endParaRPr lang="en-US">
              <a:solidFill>
                <a:srgbClr val="898989"/>
              </a:solidFill>
              <a:latin typeface="Calibri" panose="020F050202020403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CD38C-3013-0540-81A3-796146A4C15D}"/>
              </a:ext>
            </a:extLst>
          </p:cNvPr>
          <p:cNvSpPr txBox="1"/>
          <p:nvPr/>
        </p:nvSpPr>
        <p:spPr>
          <a:xfrm>
            <a:off x="1045974" y="4109219"/>
            <a:ext cx="1207382" cy="107721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Concept ,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Definition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&amp; 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Scope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E43D72A-1397-A049-9F49-4E43FB905FEA}"/>
              </a:ext>
            </a:extLst>
          </p:cNvPr>
          <p:cNvSpPr txBox="1">
            <a:spLocks/>
          </p:cNvSpPr>
          <p:nvPr/>
        </p:nvSpPr>
        <p:spPr>
          <a:xfrm>
            <a:off x="1083357" y="4688159"/>
            <a:ext cx="1655643" cy="252057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>
              <a:lnSpc>
                <a:spcPts val="1750"/>
              </a:lnSpc>
            </a:pPr>
            <a:r>
              <a:rPr lang="en-US" sz="1200" dirty="0">
                <a:solidFill>
                  <a:srgbClr val="898989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E9541-E58E-A84F-A770-4F940E821713}"/>
              </a:ext>
            </a:extLst>
          </p:cNvPr>
          <p:cNvSpPr txBox="1"/>
          <p:nvPr/>
        </p:nvSpPr>
        <p:spPr>
          <a:xfrm>
            <a:off x="3372466" y="4032258"/>
            <a:ext cx="1167306" cy="132343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Goals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&amp;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Benefits 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Outcome</a:t>
            </a:r>
          </a:p>
          <a:p>
            <a:pPr algn="ctr" defTabSz="914217"/>
            <a:endParaRPr lang="en-US" sz="1600" b="1" dirty="0">
              <a:solidFill>
                <a:srgbClr val="272829"/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3E909C-B936-7243-A21A-53B2BCA82E4E}"/>
              </a:ext>
            </a:extLst>
          </p:cNvPr>
          <p:cNvSpPr txBox="1"/>
          <p:nvPr/>
        </p:nvSpPr>
        <p:spPr>
          <a:xfrm>
            <a:off x="5259272" y="4032258"/>
            <a:ext cx="1649812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Architecture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&amp;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Process Flows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6310C8-DFAF-824F-90AF-9EB94AF4EB45}"/>
              </a:ext>
            </a:extLst>
          </p:cNvPr>
          <p:cNvSpPr txBox="1"/>
          <p:nvPr/>
        </p:nvSpPr>
        <p:spPr>
          <a:xfrm>
            <a:off x="7145178" y="4109219"/>
            <a:ext cx="2021707" cy="83099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Solution Package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&amp;</a:t>
            </a:r>
          </a:p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Validation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9A6479-D228-D64D-9A84-FC06DF4C6050}"/>
              </a:ext>
            </a:extLst>
          </p:cNvPr>
          <p:cNvSpPr txBox="1"/>
          <p:nvPr/>
        </p:nvSpPr>
        <p:spPr>
          <a:xfrm>
            <a:off x="9303341" y="4349605"/>
            <a:ext cx="1805302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rgbClr val="272829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Lesson Learned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DC4508-CD0A-F245-810C-0739F0D607CE}"/>
              </a:ext>
            </a:extLst>
          </p:cNvPr>
          <p:cNvSpPr txBox="1"/>
          <p:nvPr/>
        </p:nvSpPr>
        <p:spPr>
          <a:xfrm>
            <a:off x="1621676" y="3245164"/>
            <a:ext cx="579006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4474F5-4E1A-5D45-BB2C-13546DB96F39}"/>
              </a:ext>
            </a:extLst>
          </p:cNvPr>
          <p:cNvSpPr txBox="1"/>
          <p:nvPr/>
        </p:nvSpPr>
        <p:spPr>
          <a:xfrm>
            <a:off x="3676416" y="3245164"/>
            <a:ext cx="654346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43421B-C280-7344-ADA8-B728FE1EC0A3}"/>
              </a:ext>
            </a:extLst>
          </p:cNvPr>
          <p:cNvSpPr txBox="1"/>
          <p:nvPr/>
        </p:nvSpPr>
        <p:spPr>
          <a:xfrm>
            <a:off x="5762415" y="3245164"/>
            <a:ext cx="667170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6336C9-CB02-8E46-8D95-5D183777B7E3}"/>
              </a:ext>
            </a:extLst>
          </p:cNvPr>
          <p:cNvSpPr txBox="1"/>
          <p:nvPr/>
        </p:nvSpPr>
        <p:spPr>
          <a:xfrm>
            <a:off x="7841199" y="3245164"/>
            <a:ext cx="694422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50DBF4-5EC8-0245-AECC-FF883FD3FC65}"/>
              </a:ext>
            </a:extLst>
          </p:cNvPr>
          <p:cNvSpPr txBox="1"/>
          <p:nvPr/>
        </p:nvSpPr>
        <p:spPr>
          <a:xfrm>
            <a:off x="9938422" y="3245164"/>
            <a:ext cx="684803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FFFFFF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05</a:t>
            </a: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77DF5ABB-BB29-6A41-9DA4-22822DDA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59119" y="2359166"/>
            <a:ext cx="488939" cy="488939"/>
          </a:xfrm>
          <a:custGeom>
            <a:avLst/>
            <a:gdLst>
              <a:gd name="T0" fmla="*/ 2147483646 w 810"/>
              <a:gd name="T1" fmla="*/ 2147483646 h 810"/>
              <a:gd name="T2" fmla="*/ 2147483646 w 810"/>
              <a:gd name="T3" fmla="*/ 2147483646 h 810"/>
              <a:gd name="T4" fmla="*/ 2147483646 w 810"/>
              <a:gd name="T5" fmla="*/ 2147483646 h 810"/>
              <a:gd name="T6" fmla="*/ 2147483646 w 810"/>
              <a:gd name="T7" fmla="*/ 2147483646 h 810"/>
              <a:gd name="T8" fmla="*/ 2147483646 w 810"/>
              <a:gd name="T9" fmla="*/ 2147483646 h 810"/>
              <a:gd name="T10" fmla="*/ 2147483646 w 810"/>
              <a:gd name="T11" fmla="*/ 2147483646 h 810"/>
              <a:gd name="T12" fmla="*/ 2147483646 w 810"/>
              <a:gd name="T13" fmla="*/ 2147483646 h 810"/>
              <a:gd name="T14" fmla="*/ 2147483646 w 810"/>
              <a:gd name="T15" fmla="*/ 2147483646 h 810"/>
              <a:gd name="T16" fmla="*/ 2147483646 w 810"/>
              <a:gd name="T17" fmla="*/ 2147483646 h 810"/>
              <a:gd name="T18" fmla="*/ 2147483646 w 810"/>
              <a:gd name="T19" fmla="*/ 2147483646 h 810"/>
              <a:gd name="T20" fmla="*/ 2147483646 w 810"/>
              <a:gd name="T21" fmla="*/ 2147483646 h 810"/>
              <a:gd name="T22" fmla="*/ 2147483646 w 810"/>
              <a:gd name="T23" fmla="*/ 2147483646 h 810"/>
              <a:gd name="T24" fmla="*/ 2147483646 w 810"/>
              <a:gd name="T25" fmla="*/ 2147483646 h 810"/>
              <a:gd name="T26" fmla="*/ 2147483646 w 810"/>
              <a:gd name="T27" fmla="*/ 2147483646 h 810"/>
              <a:gd name="T28" fmla="*/ 2147483646 w 810"/>
              <a:gd name="T29" fmla="*/ 2147483646 h 810"/>
              <a:gd name="T30" fmla="*/ 2147483646 w 810"/>
              <a:gd name="T31" fmla="*/ 2147483646 h 810"/>
              <a:gd name="T32" fmla="*/ 2147483646 w 810"/>
              <a:gd name="T33" fmla="*/ 2147483646 h 810"/>
              <a:gd name="T34" fmla="*/ 2147483646 w 810"/>
              <a:gd name="T35" fmla="*/ 2147483646 h 810"/>
              <a:gd name="T36" fmla="*/ 2147483646 w 810"/>
              <a:gd name="T37" fmla="*/ 2147483646 h 810"/>
              <a:gd name="T38" fmla="*/ 2147483646 w 810"/>
              <a:gd name="T39" fmla="*/ 2147483646 h 810"/>
              <a:gd name="T40" fmla="*/ 2147483646 w 810"/>
              <a:gd name="T41" fmla="*/ 2147483646 h 810"/>
              <a:gd name="T42" fmla="*/ 2147483646 w 810"/>
              <a:gd name="T43" fmla="*/ 2147483646 h 810"/>
              <a:gd name="T44" fmla="*/ 2147483646 w 810"/>
              <a:gd name="T45" fmla="*/ 2147483646 h 810"/>
              <a:gd name="T46" fmla="*/ 2147483646 w 810"/>
              <a:gd name="T47" fmla="*/ 2147483646 h 810"/>
              <a:gd name="T48" fmla="*/ 2147483646 w 810"/>
              <a:gd name="T49" fmla="*/ 2147483646 h 810"/>
              <a:gd name="T50" fmla="*/ 2147483646 w 810"/>
              <a:gd name="T51" fmla="*/ 2147483646 h 810"/>
              <a:gd name="T52" fmla="*/ 2147483646 w 810"/>
              <a:gd name="T53" fmla="*/ 2147483646 h 810"/>
              <a:gd name="T54" fmla="*/ 2147483646 w 810"/>
              <a:gd name="T55" fmla="*/ 2147483646 h 810"/>
              <a:gd name="T56" fmla="*/ 2147483646 w 810"/>
              <a:gd name="T57" fmla="*/ 2147483646 h 810"/>
              <a:gd name="T58" fmla="*/ 2147483646 w 810"/>
              <a:gd name="T59" fmla="*/ 2147483646 h 810"/>
              <a:gd name="T60" fmla="*/ 2147483646 w 810"/>
              <a:gd name="T61" fmla="*/ 2147483646 h 810"/>
              <a:gd name="T62" fmla="*/ 2147483646 w 810"/>
              <a:gd name="T63" fmla="*/ 2147483646 h 810"/>
              <a:gd name="T64" fmla="*/ 2147483646 w 810"/>
              <a:gd name="T65" fmla="*/ 2147483646 h 810"/>
              <a:gd name="T66" fmla="*/ 2147483646 w 810"/>
              <a:gd name="T67" fmla="*/ 2147483646 h 810"/>
              <a:gd name="T68" fmla="*/ 2147483646 w 810"/>
              <a:gd name="T69" fmla="*/ 2147483646 h 810"/>
              <a:gd name="T70" fmla="*/ 2147483646 w 810"/>
              <a:gd name="T71" fmla="*/ 2147483646 h 810"/>
              <a:gd name="T72" fmla="*/ 2147483646 w 810"/>
              <a:gd name="T73" fmla="*/ 2147483646 h 810"/>
              <a:gd name="T74" fmla="*/ 2147483646 w 810"/>
              <a:gd name="T75" fmla="*/ 2147483646 h 810"/>
              <a:gd name="T76" fmla="*/ 2147483646 w 810"/>
              <a:gd name="T77" fmla="*/ 2147483646 h 810"/>
              <a:gd name="T78" fmla="*/ 2147483646 w 810"/>
              <a:gd name="T79" fmla="*/ 2147483646 h 810"/>
              <a:gd name="T80" fmla="*/ 2147483646 w 810"/>
              <a:gd name="T81" fmla="*/ 2147483646 h 810"/>
              <a:gd name="T82" fmla="*/ 2147483646 w 810"/>
              <a:gd name="T83" fmla="*/ 2147483646 h 810"/>
              <a:gd name="T84" fmla="*/ 2147483646 w 810"/>
              <a:gd name="T85" fmla="*/ 2147483646 h 810"/>
              <a:gd name="T86" fmla="*/ 2147483646 w 810"/>
              <a:gd name="T87" fmla="*/ 2147483646 h 810"/>
              <a:gd name="T88" fmla="*/ 2147483646 w 810"/>
              <a:gd name="T89" fmla="*/ 2147483646 h 810"/>
              <a:gd name="T90" fmla="*/ 2147483646 w 810"/>
              <a:gd name="T91" fmla="*/ 2147483646 h 810"/>
              <a:gd name="T92" fmla="*/ 2147483646 w 810"/>
              <a:gd name="T93" fmla="*/ 2147483646 h 810"/>
              <a:gd name="T94" fmla="*/ 2147483646 w 810"/>
              <a:gd name="T95" fmla="*/ 2147483646 h 810"/>
              <a:gd name="T96" fmla="*/ 2147483646 w 810"/>
              <a:gd name="T97" fmla="*/ 2147483646 h 810"/>
              <a:gd name="T98" fmla="*/ 2147483646 w 810"/>
              <a:gd name="T99" fmla="*/ 2147483646 h 810"/>
              <a:gd name="T100" fmla="*/ 2147483646 w 810"/>
              <a:gd name="T101" fmla="*/ 2147483646 h 810"/>
              <a:gd name="T102" fmla="*/ 2147483646 w 810"/>
              <a:gd name="T103" fmla="*/ 2147483646 h 810"/>
              <a:gd name="T104" fmla="*/ 2147483646 w 810"/>
              <a:gd name="T105" fmla="*/ 2147483646 h 810"/>
              <a:gd name="T106" fmla="*/ 2147483646 w 810"/>
              <a:gd name="T107" fmla="*/ 0 h 810"/>
              <a:gd name="T108" fmla="*/ 2147483646 w 810"/>
              <a:gd name="T109" fmla="*/ 0 h 810"/>
              <a:gd name="T110" fmla="*/ 2147483646 w 810"/>
              <a:gd name="T111" fmla="*/ 2147483646 h 810"/>
              <a:gd name="T112" fmla="*/ 2147483646 w 810"/>
              <a:gd name="T113" fmla="*/ 2147483646 h 810"/>
              <a:gd name="T114" fmla="*/ 2147483646 w 810"/>
              <a:gd name="T115" fmla="*/ 2147483646 h 810"/>
              <a:gd name="T116" fmla="*/ 0 w 810"/>
              <a:gd name="T117" fmla="*/ 2147483646 h 810"/>
              <a:gd name="T118" fmla="*/ 2147483646 w 810"/>
              <a:gd name="T119" fmla="*/ 2147483646 h 810"/>
              <a:gd name="T120" fmla="*/ 2147483646 w 810"/>
              <a:gd name="T121" fmla="*/ 2147483646 h 810"/>
              <a:gd name="T122" fmla="*/ 2147483646 w 810"/>
              <a:gd name="T123" fmla="*/ 2147483646 h 810"/>
              <a:gd name="T124" fmla="*/ 2147483646 w 810"/>
              <a:gd name="T125" fmla="*/ 2147483646 h 810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810" h="810">
                <a:moveTo>
                  <a:pt x="784" y="654"/>
                </a:moveTo>
                <a:lnTo>
                  <a:pt x="784" y="654"/>
                </a:lnTo>
                <a:cubicBezTo>
                  <a:pt x="715" y="660"/>
                  <a:pt x="660" y="715"/>
                  <a:pt x="654" y="784"/>
                </a:cubicBezTo>
                <a:lnTo>
                  <a:pt x="155" y="784"/>
                </a:lnTo>
                <a:cubicBezTo>
                  <a:pt x="149" y="715"/>
                  <a:pt x="94" y="660"/>
                  <a:pt x="25" y="654"/>
                </a:cubicBezTo>
                <a:lnTo>
                  <a:pt x="25" y="243"/>
                </a:lnTo>
                <a:lnTo>
                  <a:pt x="78" y="401"/>
                </a:lnTo>
                <a:cubicBezTo>
                  <a:pt x="91" y="440"/>
                  <a:pt x="126" y="465"/>
                  <a:pt x="166" y="465"/>
                </a:cubicBezTo>
                <a:lnTo>
                  <a:pt x="180" y="465"/>
                </a:lnTo>
                <a:lnTo>
                  <a:pt x="180" y="478"/>
                </a:lnTo>
                <a:cubicBezTo>
                  <a:pt x="180" y="512"/>
                  <a:pt x="207" y="540"/>
                  <a:pt x="241" y="540"/>
                </a:cubicBezTo>
                <a:cubicBezTo>
                  <a:pt x="275" y="540"/>
                  <a:pt x="302" y="512"/>
                  <a:pt x="302" y="478"/>
                </a:cubicBezTo>
                <a:lnTo>
                  <a:pt x="302" y="465"/>
                </a:lnTo>
                <a:lnTo>
                  <a:pt x="506" y="465"/>
                </a:lnTo>
                <a:lnTo>
                  <a:pt x="506" y="478"/>
                </a:lnTo>
                <a:cubicBezTo>
                  <a:pt x="506" y="512"/>
                  <a:pt x="534" y="540"/>
                  <a:pt x="568" y="540"/>
                </a:cubicBezTo>
                <a:cubicBezTo>
                  <a:pt x="602" y="540"/>
                  <a:pt x="629" y="512"/>
                  <a:pt x="629" y="478"/>
                </a:cubicBezTo>
                <a:lnTo>
                  <a:pt x="629" y="465"/>
                </a:lnTo>
                <a:lnTo>
                  <a:pt x="642" y="465"/>
                </a:lnTo>
                <a:cubicBezTo>
                  <a:pt x="683" y="465"/>
                  <a:pt x="718" y="440"/>
                  <a:pt x="731" y="401"/>
                </a:cubicBezTo>
                <a:lnTo>
                  <a:pt x="784" y="243"/>
                </a:lnTo>
                <a:lnTo>
                  <a:pt x="784" y="654"/>
                </a:lnTo>
                <a:close/>
                <a:moveTo>
                  <a:pt x="784" y="747"/>
                </a:moveTo>
                <a:lnTo>
                  <a:pt x="784" y="747"/>
                </a:lnTo>
                <a:cubicBezTo>
                  <a:pt x="784" y="768"/>
                  <a:pt x="768" y="784"/>
                  <a:pt x="748" y="784"/>
                </a:cubicBezTo>
                <a:lnTo>
                  <a:pt x="679" y="784"/>
                </a:lnTo>
                <a:cubicBezTo>
                  <a:pt x="684" y="729"/>
                  <a:pt x="729" y="684"/>
                  <a:pt x="784" y="679"/>
                </a:cubicBezTo>
                <a:lnTo>
                  <a:pt x="784" y="747"/>
                </a:lnTo>
                <a:close/>
                <a:moveTo>
                  <a:pt x="61" y="784"/>
                </a:moveTo>
                <a:lnTo>
                  <a:pt x="61" y="784"/>
                </a:lnTo>
                <a:cubicBezTo>
                  <a:pt x="41" y="784"/>
                  <a:pt x="25" y="768"/>
                  <a:pt x="25" y="747"/>
                </a:cubicBezTo>
                <a:lnTo>
                  <a:pt x="25" y="679"/>
                </a:lnTo>
                <a:cubicBezTo>
                  <a:pt x="80" y="684"/>
                  <a:pt x="125" y="729"/>
                  <a:pt x="130" y="784"/>
                </a:cubicBezTo>
                <a:lnTo>
                  <a:pt x="61" y="784"/>
                </a:lnTo>
                <a:close/>
                <a:moveTo>
                  <a:pt x="278" y="425"/>
                </a:moveTo>
                <a:lnTo>
                  <a:pt x="278" y="478"/>
                </a:lnTo>
                <a:cubicBezTo>
                  <a:pt x="278" y="498"/>
                  <a:pt x="261" y="515"/>
                  <a:pt x="241" y="515"/>
                </a:cubicBezTo>
                <a:cubicBezTo>
                  <a:pt x="221" y="515"/>
                  <a:pt x="205" y="498"/>
                  <a:pt x="205" y="478"/>
                </a:cubicBezTo>
                <a:lnTo>
                  <a:pt x="205" y="425"/>
                </a:lnTo>
                <a:lnTo>
                  <a:pt x="278" y="425"/>
                </a:lnTo>
                <a:close/>
                <a:moveTo>
                  <a:pt x="604" y="425"/>
                </a:moveTo>
                <a:lnTo>
                  <a:pt x="604" y="478"/>
                </a:lnTo>
                <a:cubicBezTo>
                  <a:pt x="604" y="498"/>
                  <a:pt x="588" y="515"/>
                  <a:pt x="568" y="515"/>
                </a:cubicBezTo>
                <a:cubicBezTo>
                  <a:pt x="548" y="515"/>
                  <a:pt x="531" y="498"/>
                  <a:pt x="531" y="478"/>
                </a:cubicBezTo>
                <a:lnTo>
                  <a:pt x="531" y="425"/>
                </a:lnTo>
                <a:lnTo>
                  <a:pt x="604" y="425"/>
                </a:lnTo>
                <a:close/>
                <a:moveTo>
                  <a:pt x="32" y="138"/>
                </a:moveTo>
                <a:lnTo>
                  <a:pt x="32" y="138"/>
                </a:lnTo>
                <a:cubicBezTo>
                  <a:pt x="38" y="128"/>
                  <a:pt x="49" y="123"/>
                  <a:pt x="61" y="123"/>
                </a:cubicBezTo>
                <a:lnTo>
                  <a:pt x="747" y="123"/>
                </a:lnTo>
                <a:cubicBezTo>
                  <a:pt x="760" y="123"/>
                  <a:pt x="770" y="128"/>
                  <a:pt x="777" y="138"/>
                </a:cubicBezTo>
                <a:cubicBezTo>
                  <a:pt x="784" y="148"/>
                  <a:pt x="786" y="159"/>
                  <a:pt x="783" y="171"/>
                </a:cubicBezTo>
                <a:lnTo>
                  <a:pt x="708" y="394"/>
                </a:lnTo>
                <a:cubicBezTo>
                  <a:pt x="698" y="422"/>
                  <a:pt x="672" y="441"/>
                  <a:pt x="642" y="441"/>
                </a:cubicBezTo>
                <a:lnTo>
                  <a:pt x="629" y="441"/>
                </a:lnTo>
                <a:lnTo>
                  <a:pt x="629" y="412"/>
                </a:lnTo>
                <a:cubicBezTo>
                  <a:pt x="629" y="406"/>
                  <a:pt x="624" y="400"/>
                  <a:pt x="617" y="400"/>
                </a:cubicBezTo>
                <a:lnTo>
                  <a:pt x="519" y="400"/>
                </a:lnTo>
                <a:cubicBezTo>
                  <a:pt x="512" y="400"/>
                  <a:pt x="506" y="406"/>
                  <a:pt x="506" y="412"/>
                </a:cubicBezTo>
                <a:lnTo>
                  <a:pt x="506" y="441"/>
                </a:lnTo>
                <a:lnTo>
                  <a:pt x="302" y="441"/>
                </a:lnTo>
                <a:lnTo>
                  <a:pt x="302" y="412"/>
                </a:lnTo>
                <a:cubicBezTo>
                  <a:pt x="302" y="406"/>
                  <a:pt x="297" y="400"/>
                  <a:pt x="290" y="400"/>
                </a:cubicBezTo>
                <a:lnTo>
                  <a:pt x="192" y="400"/>
                </a:lnTo>
                <a:cubicBezTo>
                  <a:pt x="185" y="400"/>
                  <a:pt x="180" y="406"/>
                  <a:pt x="180" y="412"/>
                </a:cubicBezTo>
                <a:lnTo>
                  <a:pt x="180" y="441"/>
                </a:lnTo>
                <a:lnTo>
                  <a:pt x="166" y="441"/>
                </a:lnTo>
                <a:cubicBezTo>
                  <a:pt x="137" y="441"/>
                  <a:pt x="110" y="422"/>
                  <a:pt x="101" y="394"/>
                </a:cubicBezTo>
                <a:lnTo>
                  <a:pt x="27" y="171"/>
                </a:lnTo>
                <a:cubicBezTo>
                  <a:pt x="23" y="159"/>
                  <a:pt x="25" y="148"/>
                  <a:pt x="32" y="138"/>
                </a:cubicBezTo>
                <a:close/>
                <a:moveTo>
                  <a:pt x="253" y="78"/>
                </a:moveTo>
                <a:lnTo>
                  <a:pt x="253" y="78"/>
                </a:lnTo>
                <a:cubicBezTo>
                  <a:pt x="253" y="48"/>
                  <a:pt x="277" y="24"/>
                  <a:pt x="306" y="24"/>
                </a:cubicBezTo>
                <a:lnTo>
                  <a:pt x="502" y="24"/>
                </a:lnTo>
                <a:cubicBezTo>
                  <a:pt x="532" y="24"/>
                  <a:pt x="556" y="48"/>
                  <a:pt x="556" y="78"/>
                </a:cubicBezTo>
                <a:lnTo>
                  <a:pt x="556" y="98"/>
                </a:lnTo>
                <a:lnTo>
                  <a:pt x="253" y="98"/>
                </a:lnTo>
                <a:lnTo>
                  <a:pt x="253" y="78"/>
                </a:lnTo>
                <a:close/>
                <a:moveTo>
                  <a:pt x="797" y="124"/>
                </a:moveTo>
                <a:lnTo>
                  <a:pt x="797" y="124"/>
                </a:lnTo>
                <a:cubicBezTo>
                  <a:pt x="785" y="107"/>
                  <a:pt x="767" y="98"/>
                  <a:pt x="747" y="98"/>
                </a:cubicBezTo>
                <a:lnTo>
                  <a:pt x="580" y="98"/>
                </a:lnTo>
                <a:lnTo>
                  <a:pt x="580" y="78"/>
                </a:lnTo>
                <a:cubicBezTo>
                  <a:pt x="580" y="35"/>
                  <a:pt x="545" y="0"/>
                  <a:pt x="502" y="0"/>
                </a:cubicBezTo>
                <a:lnTo>
                  <a:pt x="306" y="0"/>
                </a:lnTo>
                <a:cubicBezTo>
                  <a:pt x="264" y="0"/>
                  <a:pt x="229" y="35"/>
                  <a:pt x="229" y="78"/>
                </a:cubicBezTo>
                <a:lnTo>
                  <a:pt x="229" y="98"/>
                </a:lnTo>
                <a:lnTo>
                  <a:pt x="61" y="98"/>
                </a:lnTo>
                <a:cubicBezTo>
                  <a:pt x="41" y="98"/>
                  <a:pt x="24" y="107"/>
                  <a:pt x="12" y="124"/>
                </a:cubicBezTo>
                <a:cubicBezTo>
                  <a:pt x="4" y="135"/>
                  <a:pt x="0" y="148"/>
                  <a:pt x="0" y="161"/>
                </a:cubicBezTo>
                <a:lnTo>
                  <a:pt x="0" y="747"/>
                </a:lnTo>
                <a:cubicBezTo>
                  <a:pt x="0" y="782"/>
                  <a:pt x="28" y="809"/>
                  <a:pt x="61" y="809"/>
                </a:cubicBezTo>
                <a:lnTo>
                  <a:pt x="748" y="809"/>
                </a:lnTo>
                <a:cubicBezTo>
                  <a:pt x="781" y="809"/>
                  <a:pt x="809" y="782"/>
                  <a:pt x="809" y="747"/>
                </a:cubicBezTo>
                <a:lnTo>
                  <a:pt x="809" y="161"/>
                </a:lnTo>
                <a:cubicBezTo>
                  <a:pt x="809" y="148"/>
                  <a:pt x="805" y="135"/>
                  <a:pt x="797" y="12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>
              <a:solidFill>
                <a:srgbClr val="898989"/>
              </a:solidFill>
              <a:latin typeface="Calibri" panose="020F0502020204030204"/>
            </a:endParaRPr>
          </a:p>
        </p:txBody>
      </p:sp>
      <p:sp>
        <p:nvSpPr>
          <p:cNvPr id="34" name="Freeform 11">
            <a:extLst>
              <a:ext uri="{FF2B5EF4-FFF2-40B4-BE49-F238E27FC236}">
                <a16:creationId xmlns:a16="http://schemas.microsoft.com/office/drawing/2014/main" id="{83379D0B-5E14-584C-9170-A03E90F88F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6371" y="2359165"/>
            <a:ext cx="368900" cy="488940"/>
          </a:xfrm>
          <a:custGeom>
            <a:avLst/>
            <a:gdLst>
              <a:gd name="T0" fmla="*/ 2147483646 w 614"/>
              <a:gd name="T1" fmla="*/ 2147483646 h 810"/>
              <a:gd name="T2" fmla="*/ 2147483646 w 614"/>
              <a:gd name="T3" fmla="*/ 2147483646 h 810"/>
              <a:gd name="T4" fmla="*/ 2147483646 w 614"/>
              <a:gd name="T5" fmla="*/ 2147483646 h 810"/>
              <a:gd name="T6" fmla="*/ 2147483646 w 614"/>
              <a:gd name="T7" fmla="*/ 2147483646 h 810"/>
              <a:gd name="T8" fmla="*/ 2147483646 w 614"/>
              <a:gd name="T9" fmla="*/ 2147483646 h 810"/>
              <a:gd name="T10" fmla="*/ 2147483646 w 614"/>
              <a:gd name="T11" fmla="*/ 2147483646 h 810"/>
              <a:gd name="T12" fmla="*/ 2147483646 w 614"/>
              <a:gd name="T13" fmla="*/ 2147483646 h 810"/>
              <a:gd name="T14" fmla="*/ 2147483646 w 614"/>
              <a:gd name="T15" fmla="*/ 2147483646 h 810"/>
              <a:gd name="T16" fmla="*/ 2147483646 w 614"/>
              <a:gd name="T17" fmla="*/ 2147483646 h 810"/>
              <a:gd name="T18" fmla="*/ 2147483646 w 614"/>
              <a:gd name="T19" fmla="*/ 2147483646 h 810"/>
              <a:gd name="T20" fmla="*/ 2147483646 w 614"/>
              <a:gd name="T21" fmla="*/ 2147483646 h 810"/>
              <a:gd name="T22" fmla="*/ 2147483646 w 614"/>
              <a:gd name="T23" fmla="*/ 2147483646 h 810"/>
              <a:gd name="T24" fmla="*/ 2147483646 w 614"/>
              <a:gd name="T25" fmla="*/ 2147483646 h 810"/>
              <a:gd name="T26" fmla="*/ 2147483646 w 614"/>
              <a:gd name="T27" fmla="*/ 2147483646 h 810"/>
              <a:gd name="T28" fmla="*/ 2147483646 w 614"/>
              <a:gd name="T29" fmla="*/ 2147483646 h 810"/>
              <a:gd name="T30" fmla="*/ 2147483646 w 614"/>
              <a:gd name="T31" fmla="*/ 2147483646 h 810"/>
              <a:gd name="T32" fmla="*/ 2147483646 w 614"/>
              <a:gd name="T33" fmla="*/ 2147483646 h 810"/>
              <a:gd name="T34" fmla="*/ 2147483646 w 614"/>
              <a:gd name="T35" fmla="*/ 2147483646 h 810"/>
              <a:gd name="T36" fmla="*/ 2147483646 w 614"/>
              <a:gd name="T37" fmla="*/ 2147483646 h 810"/>
              <a:gd name="T38" fmla="*/ 2147483646 w 614"/>
              <a:gd name="T39" fmla="*/ 2147483646 h 810"/>
              <a:gd name="T40" fmla="*/ 2147483646 w 614"/>
              <a:gd name="T41" fmla="*/ 2147483646 h 810"/>
              <a:gd name="T42" fmla="*/ 2147483646 w 614"/>
              <a:gd name="T43" fmla="*/ 2147483646 h 810"/>
              <a:gd name="T44" fmla="*/ 2147483646 w 614"/>
              <a:gd name="T45" fmla="*/ 2147483646 h 810"/>
              <a:gd name="T46" fmla="*/ 2147483646 w 614"/>
              <a:gd name="T47" fmla="*/ 2147483646 h 810"/>
              <a:gd name="T48" fmla="*/ 2147483646 w 614"/>
              <a:gd name="T49" fmla="*/ 2147483646 h 810"/>
              <a:gd name="T50" fmla="*/ 2147483646 w 614"/>
              <a:gd name="T51" fmla="*/ 2147483646 h 810"/>
              <a:gd name="T52" fmla="*/ 2147483646 w 614"/>
              <a:gd name="T53" fmla="*/ 2147483646 h 810"/>
              <a:gd name="T54" fmla="*/ 2147483646 w 614"/>
              <a:gd name="T55" fmla="*/ 2147483646 h 810"/>
              <a:gd name="T56" fmla="*/ 2147483646 w 614"/>
              <a:gd name="T57" fmla="*/ 2147483646 h 810"/>
              <a:gd name="T58" fmla="*/ 2147483646 w 614"/>
              <a:gd name="T59" fmla="*/ 2147483646 h 810"/>
              <a:gd name="T60" fmla="*/ 2147483646 w 614"/>
              <a:gd name="T61" fmla="*/ 2147483646 h 810"/>
              <a:gd name="T62" fmla="*/ 2147483646 w 614"/>
              <a:gd name="T63" fmla="*/ 2147483646 h 810"/>
              <a:gd name="T64" fmla="*/ 2147483646 w 614"/>
              <a:gd name="T65" fmla="*/ 2147483646 h 810"/>
              <a:gd name="T66" fmla="*/ 2147483646 w 614"/>
              <a:gd name="T67" fmla="*/ 2147483646 h 810"/>
              <a:gd name="T68" fmla="*/ 2147483646 w 614"/>
              <a:gd name="T69" fmla="*/ 2147483646 h 810"/>
              <a:gd name="T70" fmla="*/ 2147483646 w 614"/>
              <a:gd name="T71" fmla="*/ 2147483646 h 810"/>
              <a:gd name="T72" fmla="*/ 2147483646 w 614"/>
              <a:gd name="T73" fmla="*/ 2147483646 h 810"/>
              <a:gd name="T74" fmla="*/ 2147483646 w 614"/>
              <a:gd name="T75" fmla="*/ 2147483646 h 810"/>
              <a:gd name="T76" fmla="*/ 2147483646 w 614"/>
              <a:gd name="T77" fmla="*/ 2147483646 h 810"/>
              <a:gd name="T78" fmla="*/ 2147483646 w 614"/>
              <a:gd name="T79" fmla="*/ 2147483646 h 810"/>
              <a:gd name="T80" fmla="*/ 2147483646 w 614"/>
              <a:gd name="T81" fmla="*/ 2147483646 h 810"/>
              <a:gd name="T82" fmla="*/ 2147483646 w 614"/>
              <a:gd name="T83" fmla="*/ 2147483646 h 810"/>
              <a:gd name="T84" fmla="*/ 2147483646 w 614"/>
              <a:gd name="T85" fmla="*/ 2147483646 h 810"/>
              <a:gd name="T86" fmla="*/ 2147483646 w 614"/>
              <a:gd name="T87" fmla="*/ 0 h 810"/>
              <a:gd name="T88" fmla="*/ 2147483646 w 614"/>
              <a:gd name="T89" fmla="*/ 2147483646 h 810"/>
              <a:gd name="T90" fmla="*/ 2147483646 w 614"/>
              <a:gd name="T91" fmla="*/ 2147483646 h 810"/>
              <a:gd name="T92" fmla="*/ 2147483646 w 614"/>
              <a:gd name="T93" fmla="*/ 2147483646 h 810"/>
              <a:gd name="T94" fmla="*/ 2147483646 w 614"/>
              <a:gd name="T95" fmla="*/ 2147483646 h 810"/>
              <a:gd name="T96" fmla="*/ 2147483646 w 614"/>
              <a:gd name="T97" fmla="*/ 2147483646 h 810"/>
              <a:gd name="T98" fmla="*/ 2147483646 w 614"/>
              <a:gd name="T99" fmla="*/ 2147483646 h 81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614" h="810">
                <a:moveTo>
                  <a:pt x="507" y="505"/>
                </a:moveTo>
                <a:lnTo>
                  <a:pt x="507" y="505"/>
                </a:lnTo>
                <a:cubicBezTo>
                  <a:pt x="485" y="527"/>
                  <a:pt x="470" y="553"/>
                  <a:pt x="462" y="582"/>
                </a:cubicBezTo>
                <a:lnTo>
                  <a:pt x="318" y="582"/>
                </a:lnTo>
                <a:lnTo>
                  <a:pt x="318" y="495"/>
                </a:lnTo>
                <a:cubicBezTo>
                  <a:pt x="327" y="500"/>
                  <a:pt x="337" y="502"/>
                  <a:pt x="348" y="502"/>
                </a:cubicBezTo>
                <a:cubicBezTo>
                  <a:pt x="368" y="502"/>
                  <a:pt x="387" y="494"/>
                  <a:pt x="400" y="478"/>
                </a:cubicBezTo>
                <a:cubicBezTo>
                  <a:pt x="412" y="463"/>
                  <a:pt x="418" y="443"/>
                  <a:pt x="414" y="423"/>
                </a:cubicBezTo>
                <a:cubicBezTo>
                  <a:pt x="409" y="396"/>
                  <a:pt x="387" y="373"/>
                  <a:pt x="359" y="369"/>
                </a:cubicBezTo>
                <a:cubicBezTo>
                  <a:pt x="344" y="366"/>
                  <a:pt x="330" y="369"/>
                  <a:pt x="318" y="375"/>
                </a:cubicBezTo>
                <a:lnTo>
                  <a:pt x="318" y="319"/>
                </a:lnTo>
                <a:lnTo>
                  <a:pt x="435" y="319"/>
                </a:lnTo>
                <a:cubicBezTo>
                  <a:pt x="439" y="319"/>
                  <a:pt x="442" y="317"/>
                  <a:pt x="445" y="314"/>
                </a:cubicBezTo>
                <a:cubicBezTo>
                  <a:pt x="447" y="311"/>
                  <a:pt x="448" y="307"/>
                  <a:pt x="447" y="303"/>
                </a:cubicBezTo>
                <a:cubicBezTo>
                  <a:pt x="447" y="301"/>
                  <a:pt x="445" y="299"/>
                  <a:pt x="443" y="297"/>
                </a:cubicBezTo>
                <a:cubicBezTo>
                  <a:pt x="432" y="287"/>
                  <a:pt x="427" y="274"/>
                  <a:pt x="428" y="260"/>
                </a:cubicBezTo>
                <a:cubicBezTo>
                  <a:pt x="430" y="240"/>
                  <a:pt x="447" y="224"/>
                  <a:pt x="466" y="222"/>
                </a:cubicBezTo>
                <a:cubicBezTo>
                  <a:pt x="478" y="220"/>
                  <a:pt x="490" y="224"/>
                  <a:pt x="499" y="232"/>
                </a:cubicBezTo>
                <a:cubicBezTo>
                  <a:pt x="508" y="240"/>
                  <a:pt x="513" y="252"/>
                  <a:pt x="513" y="264"/>
                </a:cubicBezTo>
                <a:cubicBezTo>
                  <a:pt x="513" y="277"/>
                  <a:pt x="508" y="289"/>
                  <a:pt x="498" y="297"/>
                </a:cubicBezTo>
                <a:cubicBezTo>
                  <a:pt x="494" y="300"/>
                  <a:pt x="493" y="306"/>
                  <a:pt x="495" y="310"/>
                </a:cubicBezTo>
                <a:cubicBezTo>
                  <a:pt x="497" y="316"/>
                  <a:pt x="501" y="319"/>
                  <a:pt x="506" y="319"/>
                </a:cubicBezTo>
                <a:lnTo>
                  <a:pt x="588" y="319"/>
                </a:lnTo>
                <a:cubicBezTo>
                  <a:pt x="584" y="389"/>
                  <a:pt x="556" y="454"/>
                  <a:pt x="507" y="505"/>
                </a:cubicBezTo>
                <a:close/>
                <a:moveTo>
                  <a:pt x="457" y="628"/>
                </a:moveTo>
                <a:lnTo>
                  <a:pt x="457" y="712"/>
                </a:lnTo>
                <a:cubicBezTo>
                  <a:pt x="457" y="714"/>
                  <a:pt x="455" y="716"/>
                  <a:pt x="452" y="716"/>
                </a:cubicBezTo>
                <a:lnTo>
                  <a:pt x="158" y="716"/>
                </a:lnTo>
                <a:cubicBezTo>
                  <a:pt x="156" y="716"/>
                  <a:pt x="154" y="714"/>
                  <a:pt x="154" y="712"/>
                </a:cubicBezTo>
                <a:lnTo>
                  <a:pt x="154" y="674"/>
                </a:lnTo>
                <a:lnTo>
                  <a:pt x="404" y="674"/>
                </a:lnTo>
                <a:cubicBezTo>
                  <a:pt x="410" y="674"/>
                  <a:pt x="416" y="669"/>
                  <a:pt x="416" y="662"/>
                </a:cubicBezTo>
                <a:cubicBezTo>
                  <a:pt x="416" y="655"/>
                  <a:pt x="410" y="650"/>
                  <a:pt x="404" y="650"/>
                </a:cubicBezTo>
                <a:lnTo>
                  <a:pt x="154" y="650"/>
                </a:lnTo>
                <a:lnTo>
                  <a:pt x="154" y="625"/>
                </a:lnTo>
                <a:cubicBezTo>
                  <a:pt x="154" y="619"/>
                  <a:pt x="154" y="613"/>
                  <a:pt x="154" y="607"/>
                </a:cubicBezTo>
                <a:lnTo>
                  <a:pt x="458" y="607"/>
                </a:lnTo>
                <a:cubicBezTo>
                  <a:pt x="457" y="614"/>
                  <a:pt x="457" y="621"/>
                  <a:pt x="457" y="628"/>
                </a:cubicBezTo>
                <a:lnTo>
                  <a:pt x="368" y="784"/>
                </a:lnTo>
                <a:lnTo>
                  <a:pt x="243" y="784"/>
                </a:lnTo>
                <a:cubicBezTo>
                  <a:pt x="216" y="784"/>
                  <a:pt x="194" y="765"/>
                  <a:pt x="188" y="740"/>
                </a:cubicBezTo>
                <a:lnTo>
                  <a:pt x="422" y="740"/>
                </a:lnTo>
                <a:cubicBezTo>
                  <a:pt x="417" y="765"/>
                  <a:pt x="394" y="784"/>
                  <a:pt x="368" y="784"/>
                </a:cubicBezTo>
                <a:lnTo>
                  <a:pt x="457" y="628"/>
                </a:lnTo>
                <a:close/>
                <a:moveTo>
                  <a:pt x="105" y="503"/>
                </a:moveTo>
                <a:lnTo>
                  <a:pt x="105" y="503"/>
                </a:lnTo>
                <a:cubicBezTo>
                  <a:pt x="56" y="453"/>
                  <a:pt x="28" y="388"/>
                  <a:pt x="25" y="319"/>
                </a:cubicBezTo>
                <a:lnTo>
                  <a:pt x="141" y="319"/>
                </a:lnTo>
                <a:cubicBezTo>
                  <a:pt x="148" y="319"/>
                  <a:pt x="153" y="314"/>
                  <a:pt x="154" y="308"/>
                </a:cubicBezTo>
                <a:cubicBezTo>
                  <a:pt x="154" y="304"/>
                  <a:pt x="152" y="300"/>
                  <a:pt x="149" y="297"/>
                </a:cubicBezTo>
                <a:cubicBezTo>
                  <a:pt x="138" y="287"/>
                  <a:pt x="132" y="272"/>
                  <a:pt x="135" y="257"/>
                </a:cubicBezTo>
                <a:cubicBezTo>
                  <a:pt x="137" y="239"/>
                  <a:pt x="152" y="225"/>
                  <a:pt x="169" y="222"/>
                </a:cubicBezTo>
                <a:cubicBezTo>
                  <a:pt x="182" y="219"/>
                  <a:pt x="195" y="223"/>
                  <a:pt x="204" y="231"/>
                </a:cubicBezTo>
                <a:cubicBezTo>
                  <a:pt x="214" y="239"/>
                  <a:pt x="220" y="252"/>
                  <a:pt x="220" y="264"/>
                </a:cubicBezTo>
                <a:cubicBezTo>
                  <a:pt x="220" y="277"/>
                  <a:pt x="214" y="289"/>
                  <a:pt x="204" y="297"/>
                </a:cubicBezTo>
                <a:cubicBezTo>
                  <a:pt x="200" y="300"/>
                  <a:pt x="199" y="306"/>
                  <a:pt x="200" y="310"/>
                </a:cubicBezTo>
                <a:cubicBezTo>
                  <a:pt x="202" y="316"/>
                  <a:pt x="207" y="319"/>
                  <a:pt x="212" y="319"/>
                </a:cubicBezTo>
                <a:lnTo>
                  <a:pt x="293" y="319"/>
                </a:lnTo>
                <a:lnTo>
                  <a:pt x="293" y="400"/>
                </a:lnTo>
                <a:cubicBezTo>
                  <a:pt x="293" y="403"/>
                  <a:pt x="295" y="406"/>
                  <a:pt x="297" y="409"/>
                </a:cubicBezTo>
                <a:cubicBezTo>
                  <a:pt x="300" y="411"/>
                  <a:pt x="303" y="412"/>
                  <a:pt x="306" y="412"/>
                </a:cubicBezTo>
                <a:cubicBezTo>
                  <a:pt x="310" y="411"/>
                  <a:pt x="313" y="410"/>
                  <a:pt x="315" y="407"/>
                </a:cubicBezTo>
                <a:cubicBezTo>
                  <a:pt x="325" y="396"/>
                  <a:pt x="340" y="390"/>
                  <a:pt x="355" y="393"/>
                </a:cubicBezTo>
                <a:cubicBezTo>
                  <a:pt x="373" y="396"/>
                  <a:pt x="387" y="410"/>
                  <a:pt x="390" y="427"/>
                </a:cubicBezTo>
                <a:cubicBezTo>
                  <a:pt x="392" y="440"/>
                  <a:pt x="389" y="452"/>
                  <a:pt x="381" y="462"/>
                </a:cubicBezTo>
                <a:cubicBezTo>
                  <a:pt x="364" y="482"/>
                  <a:pt x="331" y="482"/>
                  <a:pt x="315" y="462"/>
                </a:cubicBezTo>
                <a:cubicBezTo>
                  <a:pt x="311" y="458"/>
                  <a:pt x="306" y="457"/>
                  <a:pt x="301" y="459"/>
                </a:cubicBezTo>
                <a:cubicBezTo>
                  <a:pt x="296" y="461"/>
                  <a:pt x="293" y="465"/>
                  <a:pt x="293" y="470"/>
                </a:cubicBezTo>
                <a:lnTo>
                  <a:pt x="293" y="582"/>
                </a:lnTo>
                <a:lnTo>
                  <a:pt x="149" y="582"/>
                </a:lnTo>
                <a:cubicBezTo>
                  <a:pt x="142" y="553"/>
                  <a:pt x="126" y="525"/>
                  <a:pt x="105" y="503"/>
                </a:cubicBezTo>
                <a:lnTo>
                  <a:pt x="293" y="25"/>
                </a:lnTo>
                <a:lnTo>
                  <a:pt x="293" y="105"/>
                </a:lnTo>
                <a:cubicBezTo>
                  <a:pt x="293" y="110"/>
                  <a:pt x="296" y="114"/>
                  <a:pt x="299" y="116"/>
                </a:cubicBezTo>
                <a:cubicBezTo>
                  <a:pt x="303" y="118"/>
                  <a:pt x="308" y="118"/>
                  <a:pt x="311" y="116"/>
                </a:cubicBezTo>
                <a:cubicBezTo>
                  <a:pt x="313" y="115"/>
                  <a:pt x="314" y="114"/>
                  <a:pt x="315" y="114"/>
                </a:cubicBezTo>
                <a:cubicBezTo>
                  <a:pt x="324" y="103"/>
                  <a:pt x="337" y="97"/>
                  <a:pt x="352" y="98"/>
                </a:cubicBezTo>
                <a:cubicBezTo>
                  <a:pt x="372" y="100"/>
                  <a:pt x="388" y="117"/>
                  <a:pt x="390" y="136"/>
                </a:cubicBezTo>
                <a:cubicBezTo>
                  <a:pt x="392" y="148"/>
                  <a:pt x="388" y="161"/>
                  <a:pt x="380" y="169"/>
                </a:cubicBezTo>
                <a:cubicBezTo>
                  <a:pt x="363" y="188"/>
                  <a:pt x="331" y="188"/>
                  <a:pt x="315" y="168"/>
                </a:cubicBezTo>
                <a:cubicBezTo>
                  <a:pt x="311" y="165"/>
                  <a:pt x="306" y="163"/>
                  <a:pt x="301" y="165"/>
                </a:cubicBezTo>
                <a:cubicBezTo>
                  <a:pt x="296" y="166"/>
                  <a:pt x="293" y="171"/>
                  <a:pt x="293" y="176"/>
                </a:cubicBezTo>
                <a:lnTo>
                  <a:pt x="293" y="294"/>
                </a:lnTo>
                <a:lnTo>
                  <a:pt x="237" y="294"/>
                </a:lnTo>
                <a:cubicBezTo>
                  <a:pt x="242" y="285"/>
                  <a:pt x="244" y="275"/>
                  <a:pt x="244" y="264"/>
                </a:cubicBezTo>
                <a:cubicBezTo>
                  <a:pt x="244" y="244"/>
                  <a:pt x="235" y="225"/>
                  <a:pt x="220" y="212"/>
                </a:cubicBezTo>
                <a:cubicBezTo>
                  <a:pt x="205" y="199"/>
                  <a:pt x="185" y="194"/>
                  <a:pt x="165" y="198"/>
                </a:cubicBezTo>
                <a:cubicBezTo>
                  <a:pt x="137" y="202"/>
                  <a:pt x="115" y="225"/>
                  <a:pt x="110" y="253"/>
                </a:cubicBezTo>
                <a:cubicBezTo>
                  <a:pt x="108" y="268"/>
                  <a:pt x="110" y="282"/>
                  <a:pt x="116" y="294"/>
                </a:cubicBezTo>
                <a:lnTo>
                  <a:pt x="25" y="294"/>
                </a:lnTo>
                <a:cubicBezTo>
                  <a:pt x="32" y="149"/>
                  <a:pt x="148" y="32"/>
                  <a:pt x="293" y="25"/>
                </a:cubicBezTo>
                <a:lnTo>
                  <a:pt x="105" y="503"/>
                </a:lnTo>
                <a:close/>
                <a:moveTo>
                  <a:pt x="318" y="25"/>
                </a:moveTo>
                <a:lnTo>
                  <a:pt x="318" y="25"/>
                </a:lnTo>
                <a:cubicBezTo>
                  <a:pt x="464" y="31"/>
                  <a:pt x="582" y="148"/>
                  <a:pt x="588" y="294"/>
                </a:cubicBezTo>
                <a:lnTo>
                  <a:pt x="531" y="294"/>
                </a:lnTo>
                <a:cubicBezTo>
                  <a:pt x="536" y="285"/>
                  <a:pt x="538" y="275"/>
                  <a:pt x="538" y="264"/>
                </a:cubicBezTo>
                <a:cubicBezTo>
                  <a:pt x="538" y="245"/>
                  <a:pt x="530" y="226"/>
                  <a:pt x="516" y="214"/>
                </a:cubicBezTo>
                <a:cubicBezTo>
                  <a:pt x="502" y="201"/>
                  <a:pt x="482" y="195"/>
                  <a:pt x="463" y="197"/>
                </a:cubicBezTo>
                <a:cubicBezTo>
                  <a:pt x="432" y="200"/>
                  <a:pt x="407" y="226"/>
                  <a:pt x="404" y="258"/>
                </a:cubicBezTo>
                <a:cubicBezTo>
                  <a:pt x="402" y="270"/>
                  <a:pt x="405" y="283"/>
                  <a:pt x="411" y="294"/>
                </a:cubicBezTo>
                <a:lnTo>
                  <a:pt x="318" y="294"/>
                </a:lnTo>
                <a:lnTo>
                  <a:pt x="318" y="201"/>
                </a:lnTo>
                <a:cubicBezTo>
                  <a:pt x="343" y="214"/>
                  <a:pt x="378" y="208"/>
                  <a:pt x="398" y="186"/>
                </a:cubicBezTo>
                <a:cubicBezTo>
                  <a:pt x="411" y="172"/>
                  <a:pt x="417" y="152"/>
                  <a:pt x="415" y="134"/>
                </a:cubicBezTo>
                <a:cubicBezTo>
                  <a:pt x="411" y="102"/>
                  <a:pt x="386" y="77"/>
                  <a:pt x="354" y="74"/>
                </a:cubicBezTo>
                <a:cubicBezTo>
                  <a:pt x="341" y="73"/>
                  <a:pt x="329" y="75"/>
                  <a:pt x="318" y="81"/>
                </a:cubicBezTo>
                <a:lnTo>
                  <a:pt x="318" y="25"/>
                </a:lnTo>
                <a:close/>
                <a:moveTo>
                  <a:pt x="307" y="0"/>
                </a:moveTo>
                <a:lnTo>
                  <a:pt x="307" y="0"/>
                </a:lnTo>
                <a:cubicBezTo>
                  <a:pt x="138" y="0"/>
                  <a:pt x="0" y="138"/>
                  <a:pt x="0" y="306"/>
                </a:cubicBezTo>
                <a:cubicBezTo>
                  <a:pt x="0" y="387"/>
                  <a:pt x="31" y="463"/>
                  <a:pt x="87" y="521"/>
                </a:cubicBezTo>
                <a:cubicBezTo>
                  <a:pt x="115" y="548"/>
                  <a:pt x="130" y="585"/>
                  <a:pt x="130" y="625"/>
                </a:cubicBezTo>
                <a:lnTo>
                  <a:pt x="130" y="712"/>
                </a:lnTo>
                <a:cubicBezTo>
                  <a:pt x="130" y="727"/>
                  <a:pt x="142" y="740"/>
                  <a:pt x="158" y="740"/>
                </a:cubicBezTo>
                <a:lnTo>
                  <a:pt x="164" y="740"/>
                </a:lnTo>
                <a:cubicBezTo>
                  <a:pt x="169" y="779"/>
                  <a:pt x="203" y="809"/>
                  <a:pt x="243" y="809"/>
                </a:cubicBezTo>
                <a:lnTo>
                  <a:pt x="368" y="809"/>
                </a:lnTo>
                <a:cubicBezTo>
                  <a:pt x="408" y="809"/>
                  <a:pt x="441" y="779"/>
                  <a:pt x="447" y="740"/>
                </a:cubicBezTo>
                <a:lnTo>
                  <a:pt x="452" y="740"/>
                </a:lnTo>
                <a:cubicBezTo>
                  <a:pt x="468" y="740"/>
                  <a:pt x="481" y="727"/>
                  <a:pt x="481" y="712"/>
                </a:cubicBezTo>
                <a:lnTo>
                  <a:pt x="481" y="628"/>
                </a:lnTo>
                <a:cubicBezTo>
                  <a:pt x="481" y="588"/>
                  <a:pt x="497" y="550"/>
                  <a:pt x="524" y="522"/>
                </a:cubicBezTo>
                <a:cubicBezTo>
                  <a:pt x="582" y="464"/>
                  <a:pt x="613" y="387"/>
                  <a:pt x="613" y="306"/>
                </a:cubicBezTo>
                <a:cubicBezTo>
                  <a:pt x="613" y="138"/>
                  <a:pt x="475" y="0"/>
                  <a:pt x="3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>
              <a:solidFill>
                <a:srgbClr val="898989"/>
              </a:solidFill>
              <a:latin typeface="Calibri" panose="020F0502020204030204"/>
            </a:endParaRPr>
          </a:p>
        </p:txBody>
      </p:sp>
      <p:sp>
        <p:nvSpPr>
          <p:cNvPr id="35" name="Freeform 945">
            <a:extLst>
              <a:ext uri="{FF2B5EF4-FFF2-40B4-BE49-F238E27FC236}">
                <a16:creationId xmlns:a16="http://schemas.microsoft.com/office/drawing/2014/main" id="{C1D7E14E-14AF-D147-A204-7AB0D35285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92981" y="2356167"/>
            <a:ext cx="390858" cy="486011"/>
          </a:xfrm>
          <a:custGeom>
            <a:avLst/>
            <a:gdLst>
              <a:gd name="T0" fmla="*/ 632245 w 232462"/>
              <a:gd name="T1" fmla="*/ 3076609 h 289974"/>
              <a:gd name="T2" fmla="*/ 1993938 w 232462"/>
              <a:gd name="T3" fmla="*/ 3076609 h 289974"/>
              <a:gd name="T4" fmla="*/ 2091190 w 232462"/>
              <a:gd name="T5" fmla="*/ 2375186 h 289974"/>
              <a:gd name="T6" fmla="*/ 2038519 w 232462"/>
              <a:gd name="T7" fmla="*/ 3199466 h 289974"/>
              <a:gd name="T8" fmla="*/ 603868 w 232462"/>
              <a:gd name="T9" fmla="*/ 3195485 h 289974"/>
              <a:gd name="T10" fmla="*/ 534968 w 232462"/>
              <a:gd name="T11" fmla="*/ 2375186 h 289974"/>
              <a:gd name="T12" fmla="*/ 1193690 w 232462"/>
              <a:gd name="T13" fmla="*/ 1084957 h 289974"/>
              <a:gd name="T14" fmla="*/ 1084413 w 232462"/>
              <a:gd name="T15" fmla="*/ 1332847 h 289974"/>
              <a:gd name="T16" fmla="*/ 1290835 w 232462"/>
              <a:gd name="T17" fmla="*/ 1516759 h 289974"/>
              <a:gd name="T18" fmla="*/ 1529635 w 232462"/>
              <a:gd name="T19" fmla="*/ 1376818 h 289974"/>
              <a:gd name="T20" fmla="*/ 1468921 w 232462"/>
              <a:gd name="T21" fmla="*/ 1108951 h 289974"/>
              <a:gd name="T22" fmla="*/ 1270596 w 232462"/>
              <a:gd name="T23" fmla="*/ 713128 h 289974"/>
              <a:gd name="T24" fmla="*/ 1849413 w 232462"/>
              <a:gd name="T25" fmla="*/ 1064956 h 289974"/>
              <a:gd name="T26" fmla="*/ 1630824 w 232462"/>
              <a:gd name="T27" fmla="*/ 1384830 h 289974"/>
              <a:gd name="T28" fmla="*/ 1618692 w 232462"/>
              <a:gd name="T29" fmla="*/ 1772641 h 289974"/>
              <a:gd name="T30" fmla="*/ 987257 w 232462"/>
              <a:gd name="T31" fmla="*/ 1776636 h 289974"/>
              <a:gd name="T32" fmla="*/ 995349 w 232462"/>
              <a:gd name="T33" fmla="*/ 1384830 h 289974"/>
              <a:gd name="T34" fmla="*/ 776770 w 232462"/>
              <a:gd name="T35" fmla="*/ 1064956 h 289974"/>
              <a:gd name="T36" fmla="*/ 1306159 w 232462"/>
              <a:gd name="T37" fmla="*/ 482625 h 289974"/>
              <a:gd name="T38" fmla="*/ 2119160 w 232462"/>
              <a:gd name="T39" fmla="*/ 1276673 h 289974"/>
              <a:gd name="T40" fmla="*/ 2216743 w 232462"/>
              <a:gd name="T41" fmla="*/ 1276673 h 289974"/>
              <a:gd name="T42" fmla="*/ 1306159 w 232462"/>
              <a:gd name="T43" fmla="*/ 383378 h 289974"/>
              <a:gd name="T44" fmla="*/ 1083222 w 232462"/>
              <a:gd name="T45" fmla="*/ 251380 h 289974"/>
              <a:gd name="T46" fmla="*/ 700781 w 232462"/>
              <a:gd name="T47" fmla="*/ 417639 h 289974"/>
              <a:gd name="T48" fmla="*/ 407860 w 232462"/>
              <a:gd name="T49" fmla="*/ 710574 h 289974"/>
              <a:gd name="T50" fmla="*/ 253257 w 232462"/>
              <a:gd name="T51" fmla="*/ 1090626 h 289974"/>
              <a:gd name="T52" fmla="*/ 261393 w 232462"/>
              <a:gd name="T53" fmla="*/ 1498350 h 289974"/>
              <a:gd name="T54" fmla="*/ 428191 w 232462"/>
              <a:gd name="T55" fmla="*/ 1874447 h 289974"/>
              <a:gd name="T56" fmla="*/ 733337 w 232462"/>
              <a:gd name="T57" fmla="*/ 2159477 h 289974"/>
              <a:gd name="T58" fmla="*/ 1095420 w 232462"/>
              <a:gd name="T59" fmla="*/ 2298020 h 289974"/>
              <a:gd name="T60" fmla="*/ 1506329 w 232462"/>
              <a:gd name="T61" fmla="*/ 2309889 h 289974"/>
              <a:gd name="T62" fmla="*/ 1896907 w 232462"/>
              <a:gd name="T63" fmla="*/ 2159477 h 289974"/>
              <a:gd name="T64" fmla="*/ 2197968 w 232462"/>
              <a:gd name="T65" fmla="*/ 1874447 h 289974"/>
              <a:gd name="T66" fmla="*/ 2368839 w 232462"/>
              <a:gd name="T67" fmla="*/ 1498350 h 289974"/>
              <a:gd name="T68" fmla="*/ 2372910 w 232462"/>
              <a:gd name="T69" fmla="*/ 1090626 h 289974"/>
              <a:gd name="T70" fmla="*/ 2222381 w 232462"/>
              <a:gd name="T71" fmla="*/ 710574 h 289974"/>
              <a:gd name="T72" fmla="*/ 1929440 w 232462"/>
              <a:gd name="T73" fmla="*/ 417639 h 289974"/>
              <a:gd name="T74" fmla="*/ 1546995 w 232462"/>
              <a:gd name="T75" fmla="*/ 251380 h 289974"/>
              <a:gd name="T76" fmla="*/ 1282577 w 232462"/>
              <a:gd name="T77" fmla="*/ 5940 h 289974"/>
              <a:gd name="T78" fmla="*/ 1787059 w 232462"/>
              <a:gd name="T79" fmla="*/ 93038 h 289974"/>
              <a:gd name="T80" fmla="*/ 2214256 w 232462"/>
              <a:gd name="T81" fmla="*/ 358253 h 289974"/>
              <a:gd name="T82" fmla="*/ 2507166 w 232462"/>
              <a:gd name="T83" fmla="*/ 762044 h 289974"/>
              <a:gd name="T84" fmla="*/ 2617013 w 232462"/>
              <a:gd name="T85" fmla="*/ 1245006 h 289974"/>
              <a:gd name="T86" fmla="*/ 2531574 w 232462"/>
              <a:gd name="T87" fmla="*/ 1735895 h 289974"/>
              <a:gd name="T88" fmla="*/ 2258976 w 232462"/>
              <a:gd name="T89" fmla="*/ 2151533 h 289974"/>
              <a:gd name="T90" fmla="*/ 1839944 w 232462"/>
              <a:gd name="T91" fmla="*/ 2436573 h 289974"/>
              <a:gd name="T92" fmla="*/ 1343589 w 232462"/>
              <a:gd name="T93" fmla="*/ 2543461 h 289974"/>
              <a:gd name="T94" fmla="*/ 1083222 w 232462"/>
              <a:gd name="T95" fmla="*/ 2400937 h 289974"/>
              <a:gd name="T96" fmla="*/ 660104 w 232462"/>
              <a:gd name="T97" fmla="*/ 2226766 h 289974"/>
              <a:gd name="T98" fmla="*/ 334636 w 232462"/>
              <a:gd name="T99" fmla="*/ 1910073 h 289974"/>
              <a:gd name="T100" fmla="*/ 159692 w 232462"/>
              <a:gd name="T101" fmla="*/ 1498350 h 289974"/>
              <a:gd name="T102" fmla="*/ 159692 w 232462"/>
              <a:gd name="T103" fmla="*/ 1051026 h 289974"/>
              <a:gd name="T104" fmla="*/ 334636 w 232462"/>
              <a:gd name="T105" fmla="*/ 639327 h 289974"/>
              <a:gd name="T106" fmla="*/ 660104 w 232462"/>
              <a:gd name="T107" fmla="*/ 322629 h 289974"/>
              <a:gd name="T108" fmla="*/ 1083222 w 232462"/>
              <a:gd name="T109" fmla="*/ 152424 h 28997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232462" h="289974">
                <a:moveTo>
                  <a:pt x="51660" y="210958"/>
                </a:moveTo>
                <a:cubicBezTo>
                  <a:pt x="54171" y="210958"/>
                  <a:pt x="55965" y="212754"/>
                  <a:pt x="55965" y="215268"/>
                </a:cubicBezTo>
                <a:lnTo>
                  <a:pt x="55965" y="278840"/>
                </a:lnTo>
                <a:lnTo>
                  <a:pt x="114438" y="251903"/>
                </a:lnTo>
                <a:cubicBezTo>
                  <a:pt x="115514" y="251543"/>
                  <a:pt x="116949" y="251543"/>
                  <a:pt x="118025" y="251903"/>
                </a:cubicBezTo>
                <a:lnTo>
                  <a:pt x="176499" y="278840"/>
                </a:lnTo>
                <a:lnTo>
                  <a:pt x="176499" y="215268"/>
                </a:lnTo>
                <a:cubicBezTo>
                  <a:pt x="176499" y="212754"/>
                  <a:pt x="178292" y="210958"/>
                  <a:pt x="180445" y="210958"/>
                </a:cubicBezTo>
                <a:cubicBezTo>
                  <a:pt x="182956" y="210958"/>
                  <a:pt x="185108" y="212754"/>
                  <a:pt x="185108" y="215268"/>
                </a:cubicBezTo>
                <a:lnTo>
                  <a:pt x="185108" y="285305"/>
                </a:lnTo>
                <a:cubicBezTo>
                  <a:pt x="185108" y="287101"/>
                  <a:pt x="184391" y="288537"/>
                  <a:pt x="182956" y="289256"/>
                </a:cubicBezTo>
                <a:cubicBezTo>
                  <a:pt x="182239" y="289615"/>
                  <a:pt x="181521" y="289974"/>
                  <a:pt x="180445" y="289974"/>
                </a:cubicBezTo>
                <a:cubicBezTo>
                  <a:pt x="180086" y="289974"/>
                  <a:pt x="179369" y="289974"/>
                  <a:pt x="178651" y="289615"/>
                </a:cubicBezTo>
                <a:lnTo>
                  <a:pt x="116232" y="260882"/>
                </a:lnTo>
                <a:lnTo>
                  <a:pt x="53453" y="289615"/>
                </a:lnTo>
                <a:cubicBezTo>
                  <a:pt x="52377" y="289974"/>
                  <a:pt x="50584" y="289974"/>
                  <a:pt x="49149" y="289256"/>
                </a:cubicBezTo>
                <a:cubicBezTo>
                  <a:pt x="48072" y="288537"/>
                  <a:pt x="47355" y="287101"/>
                  <a:pt x="47355" y="285305"/>
                </a:cubicBezTo>
                <a:lnTo>
                  <a:pt x="47355" y="215268"/>
                </a:lnTo>
                <a:cubicBezTo>
                  <a:pt x="47355" y="212754"/>
                  <a:pt x="49149" y="210958"/>
                  <a:pt x="51660" y="210958"/>
                </a:cubicBezTo>
                <a:close/>
                <a:moveTo>
                  <a:pt x="116411" y="76590"/>
                </a:moveTo>
                <a:lnTo>
                  <a:pt x="105662" y="98332"/>
                </a:lnTo>
                <a:cubicBezTo>
                  <a:pt x="104946" y="99419"/>
                  <a:pt x="104229" y="100143"/>
                  <a:pt x="102438" y="100506"/>
                </a:cubicBezTo>
                <a:lnTo>
                  <a:pt x="79149" y="103767"/>
                </a:lnTo>
                <a:lnTo>
                  <a:pt x="95989" y="120798"/>
                </a:lnTo>
                <a:cubicBezTo>
                  <a:pt x="97063" y="121885"/>
                  <a:pt x="97422" y="123335"/>
                  <a:pt x="97422" y="124784"/>
                </a:cubicBezTo>
                <a:lnTo>
                  <a:pt x="93480" y="148338"/>
                </a:lnTo>
                <a:lnTo>
                  <a:pt x="114261" y="137467"/>
                </a:lnTo>
                <a:cubicBezTo>
                  <a:pt x="115695" y="136380"/>
                  <a:pt x="117128" y="136380"/>
                  <a:pt x="118203" y="137467"/>
                </a:cubicBezTo>
                <a:lnTo>
                  <a:pt x="139342" y="148338"/>
                </a:lnTo>
                <a:lnTo>
                  <a:pt x="135401" y="124784"/>
                </a:lnTo>
                <a:cubicBezTo>
                  <a:pt x="135042" y="123335"/>
                  <a:pt x="135401" y="121885"/>
                  <a:pt x="136834" y="120798"/>
                </a:cubicBezTo>
                <a:lnTo>
                  <a:pt x="153673" y="103767"/>
                </a:lnTo>
                <a:lnTo>
                  <a:pt x="130026" y="100506"/>
                </a:lnTo>
                <a:cubicBezTo>
                  <a:pt x="128593" y="100143"/>
                  <a:pt x="127518" y="99419"/>
                  <a:pt x="127160" y="98332"/>
                </a:cubicBezTo>
                <a:lnTo>
                  <a:pt x="116411" y="76590"/>
                </a:lnTo>
                <a:close/>
                <a:moveTo>
                  <a:pt x="112470" y="64632"/>
                </a:moveTo>
                <a:cubicBezTo>
                  <a:pt x="113903" y="61733"/>
                  <a:pt x="118919" y="61733"/>
                  <a:pt x="120352" y="64632"/>
                </a:cubicBezTo>
                <a:lnTo>
                  <a:pt x="133609" y="92171"/>
                </a:lnTo>
                <a:lnTo>
                  <a:pt x="163706" y="96520"/>
                </a:lnTo>
                <a:cubicBezTo>
                  <a:pt x="165497" y="96520"/>
                  <a:pt x="166930" y="97969"/>
                  <a:pt x="167289" y="99419"/>
                </a:cubicBezTo>
                <a:cubicBezTo>
                  <a:pt x="167647" y="101231"/>
                  <a:pt x="167289" y="103042"/>
                  <a:pt x="166214" y="104129"/>
                </a:cubicBezTo>
                <a:lnTo>
                  <a:pt x="144358" y="125509"/>
                </a:lnTo>
                <a:lnTo>
                  <a:pt x="149732" y="155947"/>
                </a:lnTo>
                <a:cubicBezTo>
                  <a:pt x="149732" y="157759"/>
                  <a:pt x="149374" y="159208"/>
                  <a:pt x="147941" y="160296"/>
                </a:cubicBezTo>
                <a:cubicBezTo>
                  <a:pt x="146508" y="161383"/>
                  <a:pt x="144716" y="161383"/>
                  <a:pt x="143283" y="160658"/>
                </a:cubicBezTo>
                <a:lnTo>
                  <a:pt x="116411" y="146163"/>
                </a:lnTo>
                <a:lnTo>
                  <a:pt x="89539" y="160658"/>
                </a:lnTo>
                <a:cubicBezTo>
                  <a:pt x="88823" y="160658"/>
                  <a:pt x="88106" y="161020"/>
                  <a:pt x="87390" y="161020"/>
                </a:cubicBezTo>
                <a:cubicBezTo>
                  <a:pt x="86673" y="161020"/>
                  <a:pt x="85598" y="160658"/>
                  <a:pt x="84881" y="160296"/>
                </a:cubicBezTo>
                <a:cubicBezTo>
                  <a:pt x="83448" y="159208"/>
                  <a:pt x="82732" y="157759"/>
                  <a:pt x="83090" y="155947"/>
                </a:cubicBezTo>
                <a:lnTo>
                  <a:pt x="88106" y="125509"/>
                </a:lnTo>
                <a:lnTo>
                  <a:pt x="66250" y="104129"/>
                </a:lnTo>
                <a:cubicBezTo>
                  <a:pt x="65175" y="103042"/>
                  <a:pt x="64817" y="101231"/>
                  <a:pt x="65175" y="99419"/>
                </a:cubicBezTo>
                <a:cubicBezTo>
                  <a:pt x="65892" y="97969"/>
                  <a:pt x="67325" y="96520"/>
                  <a:pt x="68758" y="96520"/>
                </a:cubicBezTo>
                <a:lnTo>
                  <a:pt x="98855" y="92171"/>
                </a:lnTo>
                <a:lnTo>
                  <a:pt x="112470" y="64632"/>
                </a:lnTo>
                <a:close/>
                <a:moveTo>
                  <a:pt x="115618" y="43741"/>
                </a:moveTo>
                <a:cubicBezTo>
                  <a:pt x="76036" y="43741"/>
                  <a:pt x="43651" y="76126"/>
                  <a:pt x="43651" y="115708"/>
                </a:cubicBezTo>
                <a:cubicBezTo>
                  <a:pt x="43651" y="155289"/>
                  <a:pt x="76036" y="187674"/>
                  <a:pt x="115618" y="187674"/>
                </a:cubicBezTo>
                <a:cubicBezTo>
                  <a:pt x="155199" y="187674"/>
                  <a:pt x="187584" y="155289"/>
                  <a:pt x="187584" y="115708"/>
                </a:cubicBezTo>
                <a:cubicBezTo>
                  <a:pt x="187584" y="76126"/>
                  <a:pt x="155199" y="43741"/>
                  <a:pt x="115618" y="43741"/>
                </a:cubicBezTo>
                <a:close/>
                <a:moveTo>
                  <a:pt x="115618" y="34745"/>
                </a:moveTo>
                <a:cubicBezTo>
                  <a:pt x="159877" y="34745"/>
                  <a:pt x="196220" y="71088"/>
                  <a:pt x="196220" y="115708"/>
                </a:cubicBezTo>
                <a:cubicBezTo>
                  <a:pt x="196220" y="159967"/>
                  <a:pt x="159877" y="196310"/>
                  <a:pt x="115618" y="196310"/>
                </a:cubicBezTo>
                <a:cubicBezTo>
                  <a:pt x="70998" y="196310"/>
                  <a:pt x="34655" y="159967"/>
                  <a:pt x="34655" y="115708"/>
                </a:cubicBezTo>
                <a:cubicBezTo>
                  <a:pt x="34655" y="71088"/>
                  <a:pt x="70998" y="34745"/>
                  <a:pt x="115618" y="34745"/>
                </a:cubicBezTo>
                <a:close/>
                <a:moveTo>
                  <a:pt x="116411" y="9866"/>
                </a:moveTo>
                <a:lnTo>
                  <a:pt x="99485" y="22065"/>
                </a:lnTo>
                <a:cubicBezTo>
                  <a:pt x="98405" y="22782"/>
                  <a:pt x="97324" y="23141"/>
                  <a:pt x="95884" y="22782"/>
                </a:cubicBezTo>
                <a:lnTo>
                  <a:pt x="75717" y="17759"/>
                </a:lnTo>
                <a:lnTo>
                  <a:pt x="64913" y="35698"/>
                </a:lnTo>
                <a:cubicBezTo>
                  <a:pt x="64193" y="36775"/>
                  <a:pt x="63112" y="37492"/>
                  <a:pt x="62032" y="37851"/>
                </a:cubicBezTo>
                <a:lnTo>
                  <a:pt x="41144" y="40721"/>
                </a:lnTo>
                <a:lnTo>
                  <a:pt x="37903" y="61531"/>
                </a:lnTo>
                <a:cubicBezTo>
                  <a:pt x="37903" y="62607"/>
                  <a:pt x="37183" y="63684"/>
                  <a:pt x="36103" y="64401"/>
                </a:cubicBezTo>
                <a:lnTo>
                  <a:pt x="18096" y="75165"/>
                </a:lnTo>
                <a:lnTo>
                  <a:pt x="23138" y="95257"/>
                </a:lnTo>
                <a:cubicBezTo>
                  <a:pt x="23498" y="96333"/>
                  <a:pt x="23138" y="97768"/>
                  <a:pt x="22418" y="98845"/>
                </a:cubicBezTo>
                <a:lnTo>
                  <a:pt x="10174" y="115708"/>
                </a:lnTo>
                <a:lnTo>
                  <a:pt x="22418" y="132212"/>
                </a:lnTo>
                <a:cubicBezTo>
                  <a:pt x="23138" y="133288"/>
                  <a:pt x="23498" y="134723"/>
                  <a:pt x="23138" y="135799"/>
                </a:cubicBezTo>
                <a:lnTo>
                  <a:pt x="18096" y="156250"/>
                </a:lnTo>
                <a:lnTo>
                  <a:pt x="36103" y="167014"/>
                </a:lnTo>
                <a:cubicBezTo>
                  <a:pt x="37183" y="167731"/>
                  <a:pt x="37903" y="168449"/>
                  <a:pt x="37903" y="169884"/>
                </a:cubicBezTo>
                <a:lnTo>
                  <a:pt x="41144" y="190335"/>
                </a:lnTo>
                <a:lnTo>
                  <a:pt x="62032" y="193564"/>
                </a:lnTo>
                <a:cubicBezTo>
                  <a:pt x="63112" y="193564"/>
                  <a:pt x="64193" y="194640"/>
                  <a:pt x="64913" y="195717"/>
                </a:cubicBezTo>
                <a:lnTo>
                  <a:pt x="75717" y="213656"/>
                </a:lnTo>
                <a:lnTo>
                  <a:pt x="95884" y="208274"/>
                </a:lnTo>
                <a:cubicBezTo>
                  <a:pt x="96244" y="208274"/>
                  <a:pt x="96604" y="208274"/>
                  <a:pt x="96964" y="208274"/>
                </a:cubicBezTo>
                <a:cubicBezTo>
                  <a:pt x="97685" y="208274"/>
                  <a:pt x="98765" y="208633"/>
                  <a:pt x="99485" y="209350"/>
                </a:cubicBezTo>
                <a:lnTo>
                  <a:pt x="116411" y="221549"/>
                </a:lnTo>
                <a:lnTo>
                  <a:pt x="133337" y="209350"/>
                </a:lnTo>
                <a:cubicBezTo>
                  <a:pt x="134417" y="208274"/>
                  <a:pt x="135498" y="208274"/>
                  <a:pt x="136938" y="208274"/>
                </a:cubicBezTo>
                <a:lnTo>
                  <a:pt x="157105" y="213656"/>
                </a:lnTo>
                <a:lnTo>
                  <a:pt x="167909" y="195717"/>
                </a:lnTo>
                <a:cubicBezTo>
                  <a:pt x="168629" y="194640"/>
                  <a:pt x="169710" y="193564"/>
                  <a:pt x="170790" y="193564"/>
                </a:cubicBezTo>
                <a:lnTo>
                  <a:pt x="191678" y="190335"/>
                </a:lnTo>
                <a:lnTo>
                  <a:pt x="194559" y="169884"/>
                </a:lnTo>
                <a:cubicBezTo>
                  <a:pt x="194559" y="168449"/>
                  <a:pt x="195639" y="167731"/>
                  <a:pt x="196719" y="167014"/>
                </a:cubicBezTo>
                <a:lnTo>
                  <a:pt x="214726" y="156250"/>
                </a:lnTo>
                <a:lnTo>
                  <a:pt x="209684" y="135799"/>
                </a:lnTo>
                <a:cubicBezTo>
                  <a:pt x="209324" y="134723"/>
                  <a:pt x="209684" y="133288"/>
                  <a:pt x="210044" y="132212"/>
                </a:cubicBezTo>
                <a:lnTo>
                  <a:pt x="222648" y="115708"/>
                </a:lnTo>
                <a:lnTo>
                  <a:pt x="210044" y="98845"/>
                </a:lnTo>
                <a:cubicBezTo>
                  <a:pt x="209684" y="97768"/>
                  <a:pt x="209324" y="96333"/>
                  <a:pt x="209684" y="95257"/>
                </a:cubicBezTo>
                <a:lnTo>
                  <a:pt x="214726" y="75165"/>
                </a:lnTo>
                <a:lnTo>
                  <a:pt x="196719" y="64401"/>
                </a:lnTo>
                <a:cubicBezTo>
                  <a:pt x="195639" y="63684"/>
                  <a:pt x="194559" y="62607"/>
                  <a:pt x="194559" y="61531"/>
                </a:cubicBezTo>
                <a:lnTo>
                  <a:pt x="191678" y="40721"/>
                </a:lnTo>
                <a:lnTo>
                  <a:pt x="170790" y="37851"/>
                </a:lnTo>
                <a:cubicBezTo>
                  <a:pt x="169710" y="37492"/>
                  <a:pt x="168629" y="36775"/>
                  <a:pt x="167909" y="35698"/>
                </a:cubicBezTo>
                <a:lnTo>
                  <a:pt x="157105" y="17759"/>
                </a:lnTo>
                <a:lnTo>
                  <a:pt x="136938" y="22782"/>
                </a:lnTo>
                <a:cubicBezTo>
                  <a:pt x="135498" y="23141"/>
                  <a:pt x="134417" y="22782"/>
                  <a:pt x="133337" y="22065"/>
                </a:cubicBezTo>
                <a:lnTo>
                  <a:pt x="116411" y="9866"/>
                </a:lnTo>
                <a:close/>
                <a:moveTo>
                  <a:pt x="113530" y="538"/>
                </a:moveTo>
                <a:cubicBezTo>
                  <a:pt x="115331" y="-180"/>
                  <a:pt x="117492" y="-180"/>
                  <a:pt x="118932" y="538"/>
                </a:cubicBezTo>
                <a:lnTo>
                  <a:pt x="136938" y="13813"/>
                </a:lnTo>
                <a:lnTo>
                  <a:pt x="158186" y="8431"/>
                </a:lnTo>
                <a:cubicBezTo>
                  <a:pt x="159986" y="8072"/>
                  <a:pt x="161787" y="8790"/>
                  <a:pt x="162867" y="10225"/>
                </a:cubicBezTo>
                <a:lnTo>
                  <a:pt x="174392" y="29240"/>
                </a:lnTo>
                <a:lnTo>
                  <a:pt x="195999" y="32469"/>
                </a:lnTo>
                <a:cubicBezTo>
                  <a:pt x="197800" y="32828"/>
                  <a:pt x="199240" y="34263"/>
                  <a:pt x="199960" y="36416"/>
                </a:cubicBezTo>
                <a:lnTo>
                  <a:pt x="202842" y="57943"/>
                </a:lnTo>
                <a:lnTo>
                  <a:pt x="221928" y="69066"/>
                </a:lnTo>
                <a:cubicBezTo>
                  <a:pt x="223369" y="70142"/>
                  <a:pt x="224449" y="72295"/>
                  <a:pt x="224089" y="74088"/>
                </a:cubicBezTo>
                <a:lnTo>
                  <a:pt x="218687" y="95257"/>
                </a:lnTo>
                <a:lnTo>
                  <a:pt x="231652" y="112837"/>
                </a:lnTo>
                <a:cubicBezTo>
                  <a:pt x="232732" y="114631"/>
                  <a:pt x="232732" y="116784"/>
                  <a:pt x="231652" y="118219"/>
                </a:cubicBezTo>
                <a:lnTo>
                  <a:pt x="218687" y="135799"/>
                </a:lnTo>
                <a:lnTo>
                  <a:pt x="224089" y="157327"/>
                </a:lnTo>
                <a:cubicBezTo>
                  <a:pt x="224449" y="159121"/>
                  <a:pt x="223369" y="160914"/>
                  <a:pt x="221928" y="161991"/>
                </a:cubicBezTo>
                <a:lnTo>
                  <a:pt x="202842" y="173113"/>
                </a:lnTo>
                <a:lnTo>
                  <a:pt x="199960" y="194999"/>
                </a:lnTo>
                <a:cubicBezTo>
                  <a:pt x="199240" y="196793"/>
                  <a:pt x="197800" y="198587"/>
                  <a:pt x="195999" y="198587"/>
                </a:cubicBezTo>
                <a:lnTo>
                  <a:pt x="174392" y="201816"/>
                </a:lnTo>
                <a:lnTo>
                  <a:pt x="162867" y="220831"/>
                </a:lnTo>
                <a:cubicBezTo>
                  <a:pt x="161787" y="222267"/>
                  <a:pt x="159986" y="222984"/>
                  <a:pt x="158186" y="222625"/>
                </a:cubicBezTo>
                <a:lnTo>
                  <a:pt x="136938" y="217602"/>
                </a:lnTo>
                <a:lnTo>
                  <a:pt x="118932" y="230519"/>
                </a:lnTo>
                <a:cubicBezTo>
                  <a:pt x="118212" y="231236"/>
                  <a:pt x="117131" y="231236"/>
                  <a:pt x="116411" y="231236"/>
                </a:cubicBezTo>
                <a:cubicBezTo>
                  <a:pt x="115331" y="231236"/>
                  <a:pt x="114610" y="231236"/>
                  <a:pt x="113530" y="230519"/>
                </a:cubicBezTo>
                <a:lnTo>
                  <a:pt x="95884" y="217602"/>
                </a:lnTo>
                <a:lnTo>
                  <a:pt x="74636" y="222625"/>
                </a:lnTo>
                <a:cubicBezTo>
                  <a:pt x="72836" y="222984"/>
                  <a:pt x="70675" y="222267"/>
                  <a:pt x="69595" y="220831"/>
                </a:cubicBezTo>
                <a:lnTo>
                  <a:pt x="58431" y="201816"/>
                </a:lnTo>
                <a:lnTo>
                  <a:pt x="36823" y="198587"/>
                </a:lnTo>
                <a:cubicBezTo>
                  <a:pt x="35022" y="198587"/>
                  <a:pt x="33222" y="196793"/>
                  <a:pt x="32862" y="194999"/>
                </a:cubicBezTo>
                <a:lnTo>
                  <a:pt x="29620" y="173113"/>
                </a:lnTo>
                <a:lnTo>
                  <a:pt x="10534" y="161991"/>
                </a:lnTo>
                <a:cubicBezTo>
                  <a:pt x="9093" y="160914"/>
                  <a:pt x="8373" y="159121"/>
                  <a:pt x="8733" y="157327"/>
                </a:cubicBezTo>
                <a:lnTo>
                  <a:pt x="14135" y="135799"/>
                </a:lnTo>
                <a:lnTo>
                  <a:pt x="810" y="118219"/>
                </a:lnTo>
                <a:cubicBezTo>
                  <a:pt x="-270" y="116784"/>
                  <a:pt x="-270" y="114631"/>
                  <a:pt x="810" y="112837"/>
                </a:cubicBezTo>
                <a:lnTo>
                  <a:pt x="14135" y="95257"/>
                </a:lnTo>
                <a:lnTo>
                  <a:pt x="8733" y="74088"/>
                </a:lnTo>
                <a:cubicBezTo>
                  <a:pt x="8373" y="72295"/>
                  <a:pt x="9093" y="70142"/>
                  <a:pt x="10534" y="69066"/>
                </a:cubicBezTo>
                <a:lnTo>
                  <a:pt x="29620" y="57943"/>
                </a:lnTo>
                <a:lnTo>
                  <a:pt x="32862" y="36416"/>
                </a:lnTo>
                <a:cubicBezTo>
                  <a:pt x="33222" y="34263"/>
                  <a:pt x="35022" y="32828"/>
                  <a:pt x="36823" y="32469"/>
                </a:cubicBezTo>
                <a:lnTo>
                  <a:pt x="58431" y="29240"/>
                </a:lnTo>
                <a:lnTo>
                  <a:pt x="69595" y="10225"/>
                </a:lnTo>
                <a:cubicBezTo>
                  <a:pt x="70675" y="8790"/>
                  <a:pt x="72836" y="8072"/>
                  <a:pt x="74636" y="8431"/>
                </a:cubicBezTo>
                <a:lnTo>
                  <a:pt x="95884" y="13813"/>
                </a:lnTo>
                <a:lnTo>
                  <a:pt x="113530" y="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anchor="ctr"/>
          <a:lstStyle/>
          <a:p>
            <a:pPr defTabSz="914217"/>
            <a:endParaRPr lang="en-US">
              <a:solidFill>
                <a:srgbClr val="898989"/>
              </a:solidFill>
              <a:latin typeface="Calibri" panose="020F0502020204030204"/>
            </a:endParaRPr>
          </a:p>
        </p:txBody>
      </p:sp>
      <p:sp>
        <p:nvSpPr>
          <p:cNvPr id="36" name="Freeform 947">
            <a:extLst>
              <a:ext uri="{FF2B5EF4-FFF2-40B4-BE49-F238E27FC236}">
                <a16:creationId xmlns:a16="http://schemas.microsoft.com/office/drawing/2014/main" id="{B4B56E54-09AF-7341-AB83-346B368E96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2510" y="2359165"/>
            <a:ext cx="466980" cy="488940"/>
          </a:xfrm>
          <a:custGeom>
            <a:avLst/>
            <a:gdLst>
              <a:gd name="T0" fmla="*/ 2102423 w 279041"/>
              <a:gd name="T1" fmla="*/ 2336560 h 291739"/>
              <a:gd name="T2" fmla="*/ 2102423 w 279041"/>
              <a:gd name="T3" fmla="*/ 2436995 h 291739"/>
              <a:gd name="T4" fmla="*/ 1736729 w 279041"/>
              <a:gd name="T5" fmla="*/ 2386777 h 291739"/>
              <a:gd name="T6" fmla="*/ 377534 w 279041"/>
              <a:gd name="T7" fmla="*/ 2336560 h 291739"/>
              <a:gd name="T8" fmla="*/ 1593824 w 279041"/>
              <a:gd name="T9" fmla="*/ 2386777 h 291739"/>
              <a:gd name="T10" fmla="*/ 377534 w 279041"/>
              <a:gd name="T11" fmla="*/ 2436995 h 291739"/>
              <a:gd name="T12" fmla="*/ 377534 w 279041"/>
              <a:gd name="T13" fmla="*/ 2336560 h 291739"/>
              <a:gd name="T14" fmla="*/ 2293929 w 279041"/>
              <a:gd name="T15" fmla="*/ 2005238 h 291739"/>
              <a:gd name="T16" fmla="*/ 2293929 w 279041"/>
              <a:gd name="T17" fmla="*/ 2105850 h 291739"/>
              <a:gd name="T18" fmla="*/ 1736729 w 279041"/>
              <a:gd name="T19" fmla="*/ 2053523 h 291739"/>
              <a:gd name="T20" fmla="*/ 1020007 w 279041"/>
              <a:gd name="T21" fmla="*/ 2005238 h 291739"/>
              <a:gd name="T22" fmla="*/ 1454895 w 279041"/>
              <a:gd name="T23" fmla="*/ 2053523 h 291739"/>
              <a:gd name="T24" fmla="*/ 1020007 w 279041"/>
              <a:gd name="T25" fmla="*/ 2105850 h 291739"/>
              <a:gd name="T26" fmla="*/ 1020007 w 279041"/>
              <a:gd name="T27" fmla="*/ 2005238 h 291739"/>
              <a:gd name="T28" fmla="*/ 2171604 w 279041"/>
              <a:gd name="T29" fmla="*/ 1691381 h 291739"/>
              <a:gd name="T30" fmla="*/ 2171604 w 279041"/>
              <a:gd name="T31" fmla="*/ 1791979 h 291739"/>
              <a:gd name="T32" fmla="*/ 1736729 w 279041"/>
              <a:gd name="T33" fmla="*/ 1743693 h 291739"/>
              <a:gd name="T34" fmla="*/ 1019316 w 279041"/>
              <a:gd name="T35" fmla="*/ 1691381 h 291739"/>
              <a:gd name="T36" fmla="*/ 1576528 w 279041"/>
              <a:gd name="T37" fmla="*/ 1743693 h 291739"/>
              <a:gd name="T38" fmla="*/ 1019316 w 279041"/>
              <a:gd name="T39" fmla="*/ 1791979 h 291739"/>
              <a:gd name="T40" fmla="*/ 1019316 w 279041"/>
              <a:gd name="T41" fmla="*/ 1691381 h 291739"/>
              <a:gd name="T42" fmla="*/ 428666 w 279041"/>
              <a:gd name="T43" fmla="*/ 2006721 h 291739"/>
              <a:gd name="T44" fmla="*/ 748363 w 279041"/>
              <a:gd name="T45" fmla="*/ 1455296 h 291739"/>
              <a:gd name="T46" fmla="*/ 1783483 w 279041"/>
              <a:gd name="T47" fmla="*/ 1360082 h 291739"/>
              <a:gd name="T48" fmla="*/ 2340684 w 279041"/>
              <a:gd name="T49" fmla="*/ 1410301 h 291739"/>
              <a:gd name="T50" fmla="*/ 1783483 w 279041"/>
              <a:gd name="T51" fmla="*/ 1460525 h 291739"/>
              <a:gd name="T52" fmla="*/ 1783483 w 279041"/>
              <a:gd name="T53" fmla="*/ 1360082 h 291739"/>
              <a:gd name="T54" fmla="*/ 1525873 w 279041"/>
              <a:gd name="T55" fmla="*/ 1360082 h 291739"/>
              <a:gd name="T56" fmla="*/ 1525873 w 279041"/>
              <a:gd name="T57" fmla="*/ 1460525 h 291739"/>
              <a:gd name="T58" fmla="*/ 972573 w 279041"/>
              <a:gd name="T59" fmla="*/ 1410301 h 291739"/>
              <a:gd name="T60" fmla="*/ 377349 w 279041"/>
              <a:gd name="T61" fmla="*/ 1360082 h 291739"/>
              <a:gd name="T62" fmla="*/ 847054 w 279041"/>
              <a:gd name="T63" fmla="*/ 1407695 h 291739"/>
              <a:gd name="T64" fmla="*/ 795752 w 279041"/>
              <a:gd name="T65" fmla="*/ 2105902 h 291739"/>
              <a:gd name="T66" fmla="*/ 329987 w 279041"/>
              <a:gd name="T67" fmla="*/ 2054334 h 291739"/>
              <a:gd name="T68" fmla="*/ 377349 w 279041"/>
              <a:gd name="T69" fmla="*/ 1360082 h 291739"/>
              <a:gd name="T70" fmla="*/ 2293929 w 279041"/>
              <a:gd name="T71" fmla="*/ 1046210 h 291739"/>
              <a:gd name="T72" fmla="*/ 2293929 w 279041"/>
              <a:gd name="T73" fmla="*/ 1146823 h 291739"/>
              <a:gd name="T74" fmla="*/ 1736729 w 279041"/>
              <a:gd name="T75" fmla="*/ 1094504 h 291739"/>
              <a:gd name="T76" fmla="*/ 377534 w 279041"/>
              <a:gd name="T77" fmla="*/ 1046210 h 291739"/>
              <a:gd name="T78" fmla="*/ 1593824 w 279041"/>
              <a:gd name="T79" fmla="*/ 1094504 h 291739"/>
              <a:gd name="T80" fmla="*/ 377534 w 279041"/>
              <a:gd name="T81" fmla="*/ 1146823 h 291739"/>
              <a:gd name="T82" fmla="*/ 377534 w 279041"/>
              <a:gd name="T83" fmla="*/ 1046210 h 291739"/>
              <a:gd name="T84" fmla="*/ 2663748 w 279041"/>
              <a:gd name="T85" fmla="*/ 2764764 h 291739"/>
              <a:gd name="T86" fmla="*/ 483251 w 279041"/>
              <a:gd name="T87" fmla="*/ 2812299 h 291739"/>
              <a:gd name="T88" fmla="*/ 2954478 w 279041"/>
              <a:gd name="T89" fmla="*/ 3105420 h 291739"/>
              <a:gd name="T90" fmla="*/ 2663748 w 279041"/>
              <a:gd name="T91" fmla="*/ 483251 h 291739"/>
              <a:gd name="T92" fmla="*/ 428440 w 279041"/>
              <a:gd name="T93" fmla="*/ 721093 h 291739"/>
              <a:gd name="T94" fmla="*/ 2259547 w 279041"/>
              <a:gd name="T95" fmla="*/ 429739 h 291739"/>
              <a:gd name="T96" fmla="*/ 377243 w 279041"/>
              <a:gd name="T97" fmla="*/ 331293 h 291739"/>
              <a:gd name="T98" fmla="*/ 2358000 w 279041"/>
              <a:gd name="T99" fmla="*/ 382465 h 291739"/>
              <a:gd name="T100" fmla="*/ 2310743 w 279041"/>
              <a:gd name="T101" fmla="*/ 815580 h 291739"/>
              <a:gd name="T102" fmla="*/ 329987 w 279041"/>
              <a:gd name="T103" fmla="*/ 768358 h 291739"/>
              <a:gd name="T104" fmla="*/ 377243 w 279041"/>
              <a:gd name="T105" fmla="*/ 331293 h 291739"/>
              <a:gd name="T106" fmla="*/ 98246 w 279041"/>
              <a:gd name="T107" fmla="*/ 2717241 h 291739"/>
              <a:gd name="T108" fmla="*/ 2569462 w 279041"/>
              <a:gd name="T109" fmla="*/ 95082 h 291739"/>
              <a:gd name="T110" fmla="*/ 47167 w 279041"/>
              <a:gd name="T111" fmla="*/ 0 h 291739"/>
              <a:gd name="T112" fmla="*/ 2663748 w 279041"/>
              <a:gd name="T113" fmla="*/ 47507 h 291739"/>
              <a:gd name="T114" fmla="*/ 3001616 w 279041"/>
              <a:gd name="T115" fmla="*/ 388179 h 291739"/>
              <a:gd name="T116" fmla="*/ 3052695 w 279041"/>
              <a:gd name="T117" fmla="*/ 3152941 h 291739"/>
              <a:gd name="T118" fmla="*/ 432175 w 279041"/>
              <a:gd name="T119" fmla="*/ 3204428 h 291739"/>
              <a:gd name="T120" fmla="*/ 385020 w 279041"/>
              <a:gd name="T121" fmla="*/ 2812299 h 291739"/>
              <a:gd name="T122" fmla="*/ 0 w 279041"/>
              <a:gd name="T123" fmla="*/ 2764764 h 291739"/>
              <a:gd name="T124" fmla="*/ 47167 w 279041"/>
              <a:gd name="T125" fmla="*/ 0 h 291739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79041" h="291739">
                <a:moveTo>
                  <a:pt x="163063" y="212725"/>
                </a:moveTo>
                <a:lnTo>
                  <a:pt x="192177" y="212725"/>
                </a:lnTo>
                <a:cubicBezTo>
                  <a:pt x="194694" y="212725"/>
                  <a:pt x="196491" y="215011"/>
                  <a:pt x="196491" y="217297"/>
                </a:cubicBezTo>
                <a:cubicBezTo>
                  <a:pt x="196491" y="219964"/>
                  <a:pt x="194694" y="221869"/>
                  <a:pt x="192177" y="221869"/>
                </a:cubicBezTo>
                <a:lnTo>
                  <a:pt x="163063" y="221869"/>
                </a:lnTo>
                <a:cubicBezTo>
                  <a:pt x="160547" y="221869"/>
                  <a:pt x="158750" y="219964"/>
                  <a:pt x="158750" y="217297"/>
                </a:cubicBezTo>
                <a:cubicBezTo>
                  <a:pt x="158750" y="215011"/>
                  <a:pt x="160547" y="212725"/>
                  <a:pt x="163063" y="212725"/>
                </a:cubicBezTo>
                <a:close/>
                <a:moveTo>
                  <a:pt x="34509" y="212725"/>
                </a:moveTo>
                <a:lnTo>
                  <a:pt x="140980" y="212725"/>
                </a:lnTo>
                <a:cubicBezTo>
                  <a:pt x="143515" y="212725"/>
                  <a:pt x="145688" y="215011"/>
                  <a:pt x="145688" y="217297"/>
                </a:cubicBezTo>
                <a:cubicBezTo>
                  <a:pt x="145688" y="219964"/>
                  <a:pt x="143515" y="221869"/>
                  <a:pt x="140980" y="221869"/>
                </a:cubicBezTo>
                <a:lnTo>
                  <a:pt x="34509" y="221869"/>
                </a:lnTo>
                <a:cubicBezTo>
                  <a:pt x="32336" y="221869"/>
                  <a:pt x="30163" y="219964"/>
                  <a:pt x="30163" y="217297"/>
                </a:cubicBezTo>
                <a:cubicBezTo>
                  <a:pt x="30163" y="215011"/>
                  <a:pt x="32336" y="212725"/>
                  <a:pt x="34509" y="212725"/>
                </a:cubicBezTo>
                <a:close/>
                <a:moveTo>
                  <a:pt x="163024" y="182562"/>
                </a:moveTo>
                <a:lnTo>
                  <a:pt x="209683" y="182562"/>
                </a:lnTo>
                <a:cubicBezTo>
                  <a:pt x="211820" y="182562"/>
                  <a:pt x="213957" y="184760"/>
                  <a:pt x="213957" y="186958"/>
                </a:cubicBezTo>
                <a:cubicBezTo>
                  <a:pt x="213957" y="189523"/>
                  <a:pt x="211820" y="191721"/>
                  <a:pt x="209683" y="191721"/>
                </a:cubicBezTo>
                <a:lnTo>
                  <a:pt x="163024" y="191721"/>
                </a:lnTo>
                <a:cubicBezTo>
                  <a:pt x="160531" y="191721"/>
                  <a:pt x="158750" y="189523"/>
                  <a:pt x="158750" y="186958"/>
                </a:cubicBezTo>
                <a:cubicBezTo>
                  <a:pt x="158750" y="184760"/>
                  <a:pt x="160531" y="182562"/>
                  <a:pt x="163024" y="182562"/>
                </a:cubicBezTo>
                <a:close/>
                <a:moveTo>
                  <a:pt x="93237" y="182562"/>
                </a:moveTo>
                <a:lnTo>
                  <a:pt x="128291" y="182562"/>
                </a:lnTo>
                <a:cubicBezTo>
                  <a:pt x="130820" y="182562"/>
                  <a:pt x="132989" y="184760"/>
                  <a:pt x="132989" y="186958"/>
                </a:cubicBezTo>
                <a:cubicBezTo>
                  <a:pt x="132989" y="189523"/>
                  <a:pt x="130820" y="191721"/>
                  <a:pt x="128291" y="191721"/>
                </a:cubicBezTo>
                <a:lnTo>
                  <a:pt x="93237" y="191721"/>
                </a:lnTo>
                <a:cubicBezTo>
                  <a:pt x="90707" y="191721"/>
                  <a:pt x="88900" y="189523"/>
                  <a:pt x="88900" y="186958"/>
                </a:cubicBezTo>
                <a:cubicBezTo>
                  <a:pt x="88900" y="184760"/>
                  <a:pt x="90707" y="182562"/>
                  <a:pt x="93237" y="182562"/>
                </a:cubicBezTo>
                <a:close/>
                <a:moveTo>
                  <a:pt x="163087" y="153987"/>
                </a:moveTo>
                <a:lnTo>
                  <a:pt x="198502" y="153987"/>
                </a:lnTo>
                <a:cubicBezTo>
                  <a:pt x="201032" y="153987"/>
                  <a:pt x="202839" y="156185"/>
                  <a:pt x="202839" y="158750"/>
                </a:cubicBezTo>
                <a:cubicBezTo>
                  <a:pt x="202839" y="161314"/>
                  <a:pt x="201032" y="163146"/>
                  <a:pt x="198502" y="163146"/>
                </a:cubicBezTo>
                <a:lnTo>
                  <a:pt x="163087" y="163146"/>
                </a:lnTo>
                <a:cubicBezTo>
                  <a:pt x="160557" y="163146"/>
                  <a:pt x="158750" y="161314"/>
                  <a:pt x="158750" y="158750"/>
                </a:cubicBezTo>
                <a:cubicBezTo>
                  <a:pt x="158750" y="156185"/>
                  <a:pt x="160557" y="153987"/>
                  <a:pt x="163087" y="153987"/>
                </a:cubicBezTo>
                <a:close/>
                <a:moveTo>
                  <a:pt x="93174" y="153987"/>
                </a:moveTo>
                <a:lnTo>
                  <a:pt x="139477" y="153987"/>
                </a:lnTo>
                <a:cubicBezTo>
                  <a:pt x="141970" y="153987"/>
                  <a:pt x="144107" y="156185"/>
                  <a:pt x="144107" y="158750"/>
                </a:cubicBezTo>
                <a:cubicBezTo>
                  <a:pt x="144107" y="161314"/>
                  <a:pt x="141970" y="163146"/>
                  <a:pt x="139477" y="163146"/>
                </a:cubicBezTo>
                <a:lnTo>
                  <a:pt x="93174" y="163146"/>
                </a:lnTo>
                <a:cubicBezTo>
                  <a:pt x="90681" y="163146"/>
                  <a:pt x="88900" y="161314"/>
                  <a:pt x="88900" y="158750"/>
                </a:cubicBezTo>
                <a:cubicBezTo>
                  <a:pt x="88900" y="156185"/>
                  <a:pt x="90681" y="153987"/>
                  <a:pt x="93174" y="153987"/>
                </a:cubicBezTo>
                <a:close/>
                <a:moveTo>
                  <a:pt x="39183" y="132493"/>
                </a:moveTo>
                <a:lnTo>
                  <a:pt x="39183" y="182697"/>
                </a:lnTo>
                <a:lnTo>
                  <a:pt x="68407" y="182697"/>
                </a:lnTo>
                <a:lnTo>
                  <a:pt x="68407" y="132493"/>
                </a:lnTo>
                <a:lnTo>
                  <a:pt x="39183" y="132493"/>
                </a:lnTo>
                <a:close/>
                <a:moveTo>
                  <a:pt x="163024" y="123825"/>
                </a:moveTo>
                <a:lnTo>
                  <a:pt x="209683" y="123825"/>
                </a:lnTo>
                <a:cubicBezTo>
                  <a:pt x="211820" y="123825"/>
                  <a:pt x="213957" y="126111"/>
                  <a:pt x="213957" y="128397"/>
                </a:cubicBezTo>
                <a:cubicBezTo>
                  <a:pt x="213957" y="131064"/>
                  <a:pt x="211820" y="132969"/>
                  <a:pt x="209683" y="132969"/>
                </a:cubicBezTo>
                <a:lnTo>
                  <a:pt x="163024" y="132969"/>
                </a:lnTo>
                <a:cubicBezTo>
                  <a:pt x="160531" y="132969"/>
                  <a:pt x="158750" y="131064"/>
                  <a:pt x="158750" y="128397"/>
                </a:cubicBezTo>
                <a:cubicBezTo>
                  <a:pt x="158750" y="126111"/>
                  <a:pt x="160531" y="123825"/>
                  <a:pt x="163024" y="123825"/>
                </a:cubicBezTo>
                <a:close/>
                <a:moveTo>
                  <a:pt x="93174" y="123825"/>
                </a:moveTo>
                <a:lnTo>
                  <a:pt x="139477" y="123825"/>
                </a:lnTo>
                <a:cubicBezTo>
                  <a:pt x="141970" y="123825"/>
                  <a:pt x="144107" y="126111"/>
                  <a:pt x="144107" y="128397"/>
                </a:cubicBezTo>
                <a:cubicBezTo>
                  <a:pt x="144107" y="131064"/>
                  <a:pt x="141970" y="132969"/>
                  <a:pt x="139477" y="132969"/>
                </a:cubicBezTo>
                <a:lnTo>
                  <a:pt x="93174" y="132969"/>
                </a:lnTo>
                <a:cubicBezTo>
                  <a:pt x="90681" y="132969"/>
                  <a:pt x="88900" y="131064"/>
                  <a:pt x="88900" y="128397"/>
                </a:cubicBezTo>
                <a:cubicBezTo>
                  <a:pt x="88900" y="126111"/>
                  <a:pt x="90681" y="123825"/>
                  <a:pt x="93174" y="123825"/>
                </a:cubicBezTo>
                <a:close/>
                <a:moveTo>
                  <a:pt x="34493" y="123825"/>
                </a:moveTo>
                <a:lnTo>
                  <a:pt x="72737" y="123825"/>
                </a:lnTo>
                <a:cubicBezTo>
                  <a:pt x="75623" y="123825"/>
                  <a:pt x="77427" y="125992"/>
                  <a:pt x="77427" y="128159"/>
                </a:cubicBezTo>
                <a:lnTo>
                  <a:pt x="77427" y="187031"/>
                </a:lnTo>
                <a:cubicBezTo>
                  <a:pt x="77427" y="189559"/>
                  <a:pt x="75623" y="191726"/>
                  <a:pt x="72737" y="191726"/>
                </a:cubicBezTo>
                <a:lnTo>
                  <a:pt x="34493" y="191726"/>
                </a:lnTo>
                <a:cubicBezTo>
                  <a:pt x="32328" y="191726"/>
                  <a:pt x="30163" y="189559"/>
                  <a:pt x="30163" y="187031"/>
                </a:cubicBezTo>
                <a:lnTo>
                  <a:pt x="30163" y="128159"/>
                </a:lnTo>
                <a:cubicBezTo>
                  <a:pt x="30163" y="125992"/>
                  <a:pt x="32328" y="123825"/>
                  <a:pt x="34493" y="123825"/>
                </a:cubicBezTo>
                <a:close/>
                <a:moveTo>
                  <a:pt x="163024" y="95250"/>
                </a:moveTo>
                <a:lnTo>
                  <a:pt x="209683" y="95250"/>
                </a:lnTo>
                <a:cubicBezTo>
                  <a:pt x="211820" y="95250"/>
                  <a:pt x="213957" y="97082"/>
                  <a:pt x="213957" y="99646"/>
                </a:cubicBezTo>
                <a:cubicBezTo>
                  <a:pt x="213957" y="102577"/>
                  <a:pt x="211820" y="104409"/>
                  <a:pt x="209683" y="104409"/>
                </a:cubicBezTo>
                <a:lnTo>
                  <a:pt x="163024" y="104409"/>
                </a:lnTo>
                <a:cubicBezTo>
                  <a:pt x="160531" y="104409"/>
                  <a:pt x="158750" y="102577"/>
                  <a:pt x="158750" y="99646"/>
                </a:cubicBezTo>
                <a:cubicBezTo>
                  <a:pt x="158750" y="97082"/>
                  <a:pt x="160531" y="95250"/>
                  <a:pt x="163024" y="95250"/>
                </a:cubicBezTo>
                <a:close/>
                <a:moveTo>
                  <a:pt x="34509" y="95250"/>
                </a:moveTo>
                <a:lnTo>
                  <a:pt x="140980" y="95250"/>
                </a:lnTo>
                <a:cubicBezTo>
                  <a:pt x="143515" y="95250"/>
                  <a:pt x="145688" y="97082"/>
                  <a:pt x="145688" y="99646"/>
                </a:cubicBezTo>
                <a:cubicBezTo>
                  <a:pt x="145688" y="102577"/>
                  <a:pt x="143515" y="104409"/>
                  <a:pt x="140980" y="104409"/>
                </a:cubicBezTo>
                <a:lnTo>
                  <a:pt x="34509" y="104409"/>
                </a:lnTo>
                <a:cubicBezTo>
                  <a:pt x="32336" y="104409"/>
                  <a:pt x="30163" y="102577"/>
                  <a:pt x="30163" y="99646"/>
                </a:cubicBezTo>
                <a:cubicBezTo>
                  <a:pt x="30163" y="97082"/>
                  <a:pt x="32336" y="95250"/>
                  <a:pt x="34509" y="95250"/>
                </a:cubicBezTo>
                <a:close/>
                <a:moveTo>
                  <a:pt x="243488" y="43995"/>
                </a:moveTo>
                <a:lnTo>
                  <a:pt x="243488" y="251711"/>
                </a:lnTo>
                <a:cubicBezTo>
                  <a:pt x="243488" y="254235"/>
                  <a:pt x="241692" y="256038"/>
                  <a:pt x="239178" y="256038"/>
                </a:cubicBezTo>
                <a:lnTo>
                  <a:pt x="44173" y="256038"/>
                </a:lnTo>
                <a:lnTo>
                  <a:pt x="44173" y="282724"/>
                </a:lnTo>
                <a:lnTo>
                  <a:pt x="270063" y="282724"/>
                </a:lnTo>
                <a:lnTo>
                  <a:pt x="270063" y="43995"/>
                </a:lnTo>
                <a:lnTo>
                  <a:pt x="243488" y="43995"/>
                </a:lnTo>
                <a:close/>
                <a:moveTo>
                  <a:pt x="39162" y="39124"/>
                </a:moveTo>
                <a:lnTo>
                  <a:pt x="39162" y="65650"/>
                </a:lnTo>
                <a:lnTo>
                  <a:pt x="206541" y="65650"/>
                </a:lnTo>
                <a:lnTo>
                  <a:pt x="206541" y="39124"/>
                </a:lnTo>
                <a:lnTo>
                  <a:pt x="39162" y="39124"/>
                </a:lnTo>
                <a:close/>
                <a:moveTo>
                  <a:pt x="34483" y="30162"/>
                </a:moveTo>
                <a:lnTo>
                  <a:pt x="211221" y="30162"/>
                </a:lnTo>
                <a:cubicBezTo>
                  <a:pt x="213380" y="30162"/>
                  <a:pt x="215540" y="32313"/>
                  <a:pt x="215540" y="34822"/>
                </a:cubicBezTo>
                <a:lnTo>
                  <a:pt x="215540" y="69952"/>
                </a:lnTo>
                <a:cubicBezTo>
                  <a:pt x="215540" y="72103"/>
                  <a:pt x="213380" y="74253"/>
                  <a:pt x="211221" y="74253"/>
                </a:cubicBezTo>
                <a:lnTo>
                  <a:pt x="34483" y="74253"/>
                </a:lnTo>
                <a:cubicBezTo>
                  <a:pt x="32323" y="74253"/>
                  <a:pt x="30163" y="72103"/>
                  <a:pt x="30163" y="69952"/>
                </a:cubicBezTo>
                <a:lnTo>
                  <a:pt x="30163" y="34822"/>
                </a:lnTo>
                <a:cubicBezTo>
                  <a:pt x="30163" y="32313"/>
                  <a:pt x="32323" y="30162"/>
                  <a:pt x="34483" y="30162"/>
                </a:cubicBezTo>
                <a:close/>
                <a:moveTo>
                  <a:pt x="8978" y="8655"/>
                </a:moveTo>
                <a:lnTo>
                  <a:pt x="8978" y="247384"/>
                </a:lnTo>
                <a:lnTo>
                  <a:pt x="234869" y="247384"/>
                </a:lnTo>
                <a:lnTo>
                  <a:pt x="234869" y="8655"/>
                </a:lnTo>
                <a:lnTo>
                  <a:pt x="8978" y="8655"/>
                </a:lnTo>
                <a:close/>
                <a:moveTo>
                  <a:pt x="4309" y="0"/>
                </a:moveTo>
                <a:lnTo>
                  <a:pt x="239178" y="0"/>
                </a:lnTo>
                <a:cubicBezTo>
                  <a:pt x="241692" y="0"/>
                  <a:pt x="243488" y="1803"/>
                  <a:pt x="243488" y="4327"/>
                </a:cubicBezTo>
                <a:lnTo>
                  <a:pt x="243488" y="35340"/>
                </a:lnTo>
                <a:lnTo>
                  <a:pt x="274372" y="35340"/>
                </a:lnTo>
                <a:cubicBezTo>
                  <a:pt x="276886" y="35340"/>
                  <a:pt x="279041" y="37144"/>
                  <a:pt x="279041" y="39668"/>
                </a:cubicBezTo>
                <a:lnTo>
                  <a:pt x="279041" y="287051"/>
                </a:lnTo>
                <a:cubicBezTo>
                  <a:pt x="279041" y="289576"/>
                  <a:pt x="276886" y="291739"/>
                  <a:pt x="274372" y="291739"/>
                </a:cubicBezTo>
                <a:lnTo>
                  <a:pt x="39504" y="291739"/>
                </a:lnTo>
                <a:cubicBezTo>
                  <a:pt x="37349" y="291739"/>
                  <a:pt x="35194" y="289576"/>
                  <a:pt x="35194" y="287051"/>
                </a:cubicBezTo>
                <a:lnTo>
                  <a:pt x="35194" y="256038"/>
                </a:lnTo>
                <a:lnTo>
                  <a:pt x="4309" y="256038"/>
                </a:lnTo>
                <a:cubicBezTo>
                  <a:pt x="2155" y="256038"/>
                  <a:pt x="0" y="254235"/>
                  <a:pt x="0" y="251711"/>
                </a:cubicBezTo>
                <a:lnTo>
                  <a:pt x="0" y="4327"/>
                </a:lnTo>
                <a:cubicBezTo>
                  <a:pt x="0" y="1803"/>
                  <a:pt x="2155" y="0"/>
                  <a:pt x="43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anchor="ctr"/>
          <a:lstStyle/>
          <a:p>
            <a:pPr defTabSz="914217"/>
            <a:endParaRPr lang="en-US">
              <a:solidFill>
                <a:srgbClr val="898989"/>
              </a:solidFill>
              <a:latin typeface="Calibri" panose="020F0502020204030204"/>
            </a:endParaRPr>
          </a:p>
        </p:txBody>
      </p:sp>
      <p:sp>
        <p:nvSpPr>
          <p:cNvPr id="37" name="Freeform 949">
            <a:extLst>
              <a:ext uri="{FF2B5EF4-FFF2-40B4-BE49-F238E27FC236}">
                <a16:creationId xmlns:a16="http://schemas.microsoft.com/office/drawing/2014/main" id="{5CDA2387-8FFF-E048-AC0B-DC0FDFCDE4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67441" y="2359166"/>
            <a:ext cx="487475" cy="488939"/>
          </a:xfrm>
          <a:custGeom>
            <a:avLst/>
            <a:gdLst>
              <a:gd name="T0" fmla="*/ 873075 w 291288"/>
              <a:gd name="T1" fmla="*/ 2795955 h 291739"/>
              <a:gd name="T2" fmla="*/ 825138 w 291288"/>
              <a:gd name="T3" fmla="*/ 3109255 h 291739"/>
              <a:gd name="T4" fmla="*/ 1567832 w 291288"/>
              <a:gd name="T5" fmla="*/ 3109255 h 291739"/>
              <a:gd name="T6" fmla="*/ 1567832 w 291288"/>
              <a:gd name="T7" fmla="*/ 2795955 h 291739"/>
              <a:gd name="T8" fmla="*/ 932966 w 291288"/>
              <a:gd name="T9" fmla="*/ 2427114 h 291739"/>
              <a:gd name="T10" fmla="*/ 889032 w 291288"/>
              <a:gd name="T11" fmla="*/ 2696803 h 291739"/>
              <a:gd name="T12" fmla="*/ 1615749 w 291288"/>
              <a:gd name="T13" fmla="*/ 2696803 h 291739"/>
              <a:gd name="T14" fmla="*/ 1663649 w 291288"/>
              <a:gd name="T15" fmla="*/ 2748367 h 291739"/>
              <a:gd name="T16" fmla="*/ 1663649 w 291288"/>
              <a:gd name="T17" fmla="*/ 3109255 h 291739"/>
              <a:gd name="T18" fmla="*/ 2973334 w 291288"/>
              <a:gd name="T19" fmla="*/ 3109255 h 291739"/>
              <a:gd name="T20" fmla="*/ 1603782 w 291288"/>
              <a:gd name="T21" fmla="*/ 2427114 h 291739"/>
              <a:gd name="T22" fmla="*/ 322044 w 291288"/>
              <a:gd name="T23" fmla="*/ 2427114 h 291739"/>
              <a:gd name="T24" fmla="*/ 114416 w 291288"/>
              <a:gd name="T25" fmla="*/ 3109255 h 291739"/>
              <a:gd name="T26" fmla="*/ 725308 w 291288"/>
              <a:gd name="T27" fmla="*/ 3109255 h 291739"/>
              <a:gd name="T28" fmla="*/ 837119 w 291288"/>
              <a:gd name="T29" fmla="*/ 2427114 h 291739"/>
              <a:gd name="T30" fmla="*/ 2861559 w 291288"/>
              <a:gd name="T31" fmla="*/ 2268491 h 291739"/>
              <a:gd name="T32" fmla="*/ 2178738 w 291288"/>
              <a:gd name="T33" fmla="*/ 2609551 h 291739"/>
              <a:gd name="T34" fmla="*/ 3101105 w 291288"/>
              <a:gd name="T35" fmla="*/ 3065636 h 291739"/>
              <a:gd name="T36" fmla="*/ 2090912 w 291288"/>
              <a:gd name="T37" fmla="*/ 1911559 h 291739"/>
              <a:gd name="T38" fmla="*/ 1695617 w 291288"/>
              <a:gd name="T39" fmla="*/ 2367632 h 291739"/>
              <a:gd name="T40" fmla="*/ 2070956 w 291288"/>
              <a:gd name="T41" fmla="*/ 2550070 h 291739"/>
              <a:gd name="T42" fmla="*/ 2833573 w 291288"/>
              <a:gd name="T43" fmla="*/ 2173303 h 291739"/>
              <a:gd name="T44" fmla="*/ 2753701 w 291288"/>
              <a:gd name="T45" fmla="*/ 1911559 h 291739"/>
              <a:gd name="T46" fmla="*/ 1020803 w 291288"/>
              <a:gd name="T47" fmla="*/ 1911559 h 291739"/>
              <a:gd name="T48" fmla="*/ 952932 w 291288"/>
              <a:gd name="T49" fmla="*/ 2331935 h 291739"/>
              <a:gd name="T50" fmla="*/ 1495937 w 291288"/>
              <a:gd name="T51" fmla="*/ 2331935 h 291739"/>
              <a:gd name="T52" fmla="*/ 1140594 w 291288"/>
              <a:gd name="T53" fmla="*/ 1911559 h 291739"/>
              <a:gd name="T54" fmla="*/ 477753 w 291288"/>
              <a:gd name="T55" fmla="*/ 1911559 h 291739"/>
              <a:gd name="T56" fmla="*/ 349984 w 291288"/>
              <a:gd name="T57" fmla="*/ 2331935 h 291739"/>
              <a:gd name="T58" fmla="*/ 853117 w 291288"/>
              <a:gd name="T59" fmla="*/ 2331935 h 291739"/>
              <a:gd name="T60" fmla="*/ 920988 w 291288"/>
              <a:gd name="T61" fmla="*/ 1911559 h 291739"/>
              <a:gd name="T62" fmla="*/ 1615749 w 291288"/>
              <a:gd name="T63" fmla="*/ 566600 h 291739"/>
              <a:gd name="T64" fmla="*/ 1277311 w 291288"/>
              <a:gd name="T65" fmla="*/ 907845 h 291739"/>
              <a:gd name="T66" fmla="*/ 1615749 w 291288"/>
              <a:gd name="T67" fmla="*/ 1245099 h 291739"/>
              <a:gd name="T68" fmla="*/ 1954201 w 291288"/>
              <a:gd name="T69" fmla="*/ 907845 h 291739"/>
              <a:gd name="T70" fmla="*/ 1615749 w 291288"/>
              <a:gd name="T71" fmla="*/ 566600 h 291739"/>
              <a:gd name="T72" fmla="*/ 1615749 w 291288"/>
              <a:gd name="T73" fmla="*/ 471356 h 291739"/>
              <a:gd name="T74" fmla="*/ 2053733 w 291288"/>
              <a:gd name="T75" fmla="*/ 907845 h 291739"/>
              <a:gd name="T76" fmla="*/ 1615749 w 291288"/>
              <a:gd name="T77" fmla="*/ 1340336 h 291739"/>
              <a:gd name="T78" fmla="*/ 1177757 w 291288"/>
              <a:gd name="T79" fmla="*/ 907845 h 291739"/>
              <a:gd name="T80" fmla="*/ 1615749 w 291288"/>
              <a:gd name="T81" fmla="*/ 471356 h 291739"/>
              <a:gd name="T82" fmla="*/ 1615749 w 291288"/>
              <a:gd name="T83" fmla="*/ 95201 h 291739"/>
              <a:gd name="T84" fmla="*/ 809176 w 291288"/>
              <a:gd name="T85" fmla="*/ 896289 h 291739"/>
              <a:gd name="T86" fmla="*/ 1615749 w 291288"/>
              <a:gd name="T87" fmla="*/ 2312106 h 291739"/>
              <a:gd name="T88" fmla="*/ 2418321 w 291288"/>
              <a:gd name="T89" fmla="*/ 896289 h 291739"/>
              <a:gd name="T90" fmla="*/ 1615749 w 291288"/>
              <a:gd name="T91" fmla="*/ 95201 h 291739"/>
              <a:gd name="T92" fmla="*/ 1615749 w 291288"/>
              <a:gd name="T93" fmla="*/ 0 h 291739"/>
              <a:gd name="T94" fmla="*/ 2514142 w 291288"/>
              <a:gd name="T95" fmla="*/ 896289 h 291739"/>
              <a:gd name="T96" fmla="*/ 2154774 w 291288"/>
              <a:gd name="T97" fmla="*/ 1812402 h 291739"/>
              <a:gd name="T98" fmla="*/ 2789634 w 291288"/>
              <a:gd name="T99" fmla="*/ 1812402 h 291739"/>
              <a:gd name="T100" fmla="*/ 2833573 w 291288"/>
              <a:gd name="T101" fmla="*/ 1848099 h 291739"/>
              <a:gd name="T102" fmla="*/ 3224882 w 291288"/>
              <a:gd name="T103" fmla="*/ 3140984 h 291739"/>
              <a:gd name="T104" fmla="*/ 3220897 w 291288"/>
              <a:gd name="T105" fmla="*/ 3188573 h 291739"/>
              <a:gd name="T106" fmla="*/ 3180961 w 291288"/>
              <a:gd name="T107" fmla="*/ 3208396 h 291739"/>
              <a:gd name="T108" fmla="*/ 46558 w 291288"/>
              <a:gd name="T109" fmla="*/ 3208396 h 291739"/>
              <a:gd name="T110" fmla="*/ 6633 w 291288"/>
              <a:gd name="T111" fmla="*/ 3188573 h 291739"/>
              <a:gd name="T112" fmla="*/ 2641 w 291288"/>
              <a:gd name="T113" fmla="*/ 3140984 h 291739"/>
              <a:gd name="T114" fmla="*/ 393917 w 291288"/>
              <a:gd name="T115" fmla="*/ 1848099 h 291739"/>
              <a:gd name="T116" fmla="*/ 441828 w 291288"/>
              <a:gd name="T117" fmla="*/ 1812402 h 291739"/>
              <a:gd name="T118" fmla="*/ 1068706 w 291288"/>
              <a:gd name="T119" fmla="*/ 1812402 h 291739"/>
              <a:gd name="T120" fmla="*/ 713343 w 291288"/>
              <a:gd name="T121" fmla="*/ 896289 h 291739"/>
              <a:gd name="T122" fmla="*/ 1615749 w 291288"/>
              <a:gd name="T123" fmla="*/ 0 h 29173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1288" h="291739">
                <a:moveTo>
                  <a:pt x="78754" y="254235"/>
                </a:moveTo>
                <a:lnTo>
                  <a:pt x="74431" y="282724"/>
                </a:lnTo>
                <a:lnTo>
                  <a:pt x="141424" y="282724"/>
                </a:lnTo>
                <a:lnTo>
                  <a:pt x="141424" y="254235"/>
                </a:lnTo>
                <a:lnTo>
                  <a:pt x="78754" y="254235"/>
                </a:lnTo>
                <a:close/>
                <a:moveTo>
                  <a:pt x="84156" y="220698"/>
                </a:moveTo>
                <a:lnTo>
                  <a:pt x="80194" y="245220"/>
                </a:lnTo>
                <a:lnTo>
                  <a:pt x="145746" y="245220"/>
                </a:lnTo>
                <a:cubicBezTo>
                  <a:pt x="147907" y="245220"/>
                  <a:pt x="150068" y="247384"/>
                  <a:pt x="150068" y="249908"/>
                </a:cubicBezTo>
                <a:lnTo>
                  <a:pt x="150068" y="282724"/>
                </a:lnTo>
                <a:lnTo>
                  <a:pt x="268205" y="282724"/>
                </a:lnTo>
                <a:lnTo>
                  <a:pt x="144666" y="220698"/>
                </a:lnTo>
                <a:lnTo>
                  <a:pt x="84156" y="220698"/>
                </a:lnTo>
                <a:close/>
                <a:moveTo>
                  <a:pt x="29050" y="220698"/>
                </a:moveTo>
                <a:lnTo>
                  <a:pt x="10321" y="282724"/>
                </a:lnTo>
                <a:lnTo>
                  <a:pt x="65427" y="282724"/>
                </a:lnTo>
                <a:lnTo>
                  <a:pt x="75512" y="220698"/>
                </a:lnTo>
                <a:lnTo>
                  <a:pt x="29050" y="220698"/>
                </a:lnTo>
                <a:close/>
                <a:moveTo>
                  <a:pt x="258120" y="206273"/>
                </a:moveTo>
                <a:lnTo>
                  <a:pt x="196530" y="237286"/>
                </a:lnTo>
                <a:lnTo>
                  <a:pt x="279730" y="278757"/>
                </a:lnTo>
                <a:lnTo>
                  <a:pt x="258120" y="206273"/>
                </a:lnTo>
                <a:close/>
                <a:moveTo>
                  <a:pt x="188607" y="173818"/>
                </a:moveTo>
                <a:cubicBezTo>
                  <a:pt x="174200" y="192930"/>
                  <a:pt x="160153" y="208076"/>
                  <a:pt x="152950" y="215289"/>
                </a:cubicBezTo>
                <a:lnTo>
                  <a:pt x="186806" y="231877"/>
                </a:lnTo>
                <a:lnTo>
                  <a:pt x="255599" y="197618"/>
                </a:lnTo>
                <a:lnTo>
                  <a:pt x="248395" y="173818"/>
                </a:lnTo>
                <a:lnTo>
                  <a:pt x="188607" y="173818"/>
                </a:lnTo>
                <a:close/>
                <a:moveTo>
                  <a:pt x="92080" y="173818"/>
                </a:moveTo>
                <a:lnTo>
                  <a:pt x="85957" y="212043"/>
                </a:lnTo>
                <a:lnTo>
                  <a:pt x="134941" y="212043"/>
                </a:lnTo>
                <a:cubicBezTo>
                  <a:pt x="127377" y="204109"/>
                  <a:pt x="115131" y="190406"/>
                  <a:pt x="102885" y="173818"/>
                </a:cubicBezTo>
                <a:lnTo>
                  <a:pt x="92080" y="173818"/>
                </a:lnTo>
                <a:close/>
                <a:moveTo>
                  <a:pt x="43096" y="173818"/>
                </a:moveTo>
                <a:lnTo>
                  <a:pt x="31571" y="212043"/>
                </a:lnTo>
                <a:lnTo>
                  <a:pt x="76953" y="212043"/>
                </a:lnTo>
                <a:lnTo>
                  <a:pt x="83076" y="173818"/>
                </a:lnTo>
                <a:lnTo>
                  <a:pt x="43096" y="173818"/>
                </a:lnTo>
                <a:close/>
                <a:moveTo>
                  <a:pt x="145746" y="51521"/>
                </a:moveTo>
                <a:cubicBezTo>
                  <a:pt x="128866" y="51521"/>
                  <a:pt x="115217" y="65592"/>
                  <a:pt x="115217" y="82550"/>
                </a:cubicBezTo>
                <a:cubicBezTo>
                  <a:pt x="115217" y="99507"/>
                  <a:pt x="128866" y="113217"/>
                  <a:pt x="145746" y="113217"/>
                </a:cubicBezTo>
                <a:cubicBezTo>
                  <a:pt x="162627" y="113217"/>
                  <a:pt x="176275" y="99507"/>
                  <a:pt x="176275" y="82550"/>
                </a:cubicBezTo>
                <a:cubicBezTo>
                  <a:pt x="176275" y="65592"/>
                  <a:pt x="162627" y="51521"/>
                  <a:pt x="145746" y="51521"/>
                </a:cubicBezTo>
                <a:close/>
                <a:moveTo>
                  <a:pt x="145746" y="42862"/>
                </a:moveTo>
                <a:cubicBezTo>
                  <a:pt x="167296" y="42862"/>
                  <a:pt x="185254" y="60541"/>
                  <a:pt x="185254" y="82550"/>
                </a:cubicBezTo>
                <a:cubicBezTo>
                  <a:pt x="185254" y="104197"/>
                  <a:pt x="167296" y="121876"/>
                  <a:pt x="145746" y="121876"/>
                </a:cubicBezTo>
                <a:cubicBezTo>
                  <a:pt x="123837" y="121876"/>
                  <a:pt x="106238" y="104197"/>
                  <a:pt x="106238" y="82550"/>
                </a:cubicBezTo>
                <a:cubicBezTo>
                  <a:pt x="106238" y="60541"/>
                  <a:pt x="123837" y="42862"/>
                  <a:pt x="145746" y="42862"/>
                </a:cubicBezTo>
                <a:close/>
                <a:moveTo>
                  <a:pt x="145746" y="8655"/>
                </a:moveTo>
                <a:cubicBezTo>
                  <a:pt x="105767" y="8655"/>
                  <a:pt x="72991" y="41471"/>
                  <a:pt x="72991" y="81500"/>
                </a:cubicBezTo>
                <a:cubicBezTo>
                  <a:pt x="72991" y="133428"/>
                  <a:pt x="131339" y="195815"/>
                  <a:pt x="145746" y="210240"/>
                </a:cubicBezTo>
                <a:cubicBezTo>
                  <a:pt x="159793" y="195815"/>
                  <a:pt x="218141" y="133068"/>
                  <a:pt x="218141" y="81500"/>
                </a:cubicBezTo>
                <a:cubicBezTo>
                  <a:pt x="218141" y="41471"/>
                  <a:pt x="185725" y="8655"/>
                  <a:pt x="145746" y="8655"/>
                </a:cubicBezTo>
                <a:close/>
                <a:moveTo>
                  <a:pt x="145746" y="0"/>
                </a:moveTo>
                <a:cubicBezTo>
                  <a:pt x="190408" y="0"/>
                  <a:pt x="226785" y="36422"/>
                  <a:pt x="226785" y="81500"/>
                </a:cubicBezTo>
                <a:cubicBezTo>
                  <a:pt x="226785" y="109628"/>
                  <a:pt x="211658" y="139920"/>
                  <a:pt x="194369" y="164802"/>
                </a:cubicBezTo>
                <a:lnTo>
                  <a:pt x="251637" y="164802"/>
                </a:lnTo>
                <a:cubicBezTo>
                  <a:pt x="253438" y="164802"/>
                  <a:pt x="255239" y="166245"/>
                  <a:pt x="255599" y="168048"/>
                </a:cubicBezTo>
                <a:lnTo>
                  <a:pt x="290896" y="285609"/>
                </a:lnTo>
                <a:cubicBezTo>
                  <a:pt x="291616" y="287051"/>
                  <a:pt x="291256" y="288494"/>
                  <a:pt x="290536" y="289936"/>
                </a:cubicBezTo>
                <a:cubicBezTo>
                  <a:pt x="289455" y="291018"/>
                  <a:pt x="288375" y="291739"/>
                  <a:pt x="286934" y="291739"/>
                </a:cubicBezTo>
                <a:lnTo>
                  <a:pt x="4198" y="291739"/>
                </a:lnTo>
                <a:cubicBezTo>
                  <a:pt x="3117" y="291739"/>
                  <a:pt x="1677" y="291018"/>
                  <a:pt x="596" y="289936"/>
                </a:cubicBezTo>
                <a:cubicBezTo>
                  <a:pt x="-124" y="288494"/>
                  <a:pt x="-124" y="287051"/>
                  <a:pt x="236" y="285609"/>
                </a:cubicBezTo>
                <a:lnTo>
                  <a:pt x="35533" y="168048"/>
                </a:lnTo>
                <a:cubicBezTo>
                  <a:pt x="36253" y="166245"/>
                  <a:pt x="37694" y="164802"/>
                  <a:pt x="39855" y="164802"/>
                </a:cubicBezTo>
                <a:lnTo>
                  <a:pt x="96402" y="164802"/>
                </a:lnTo>
                <a:cubicBezTo>
                  <a:pt x="79834" y="139920"/>
                  <a:pt x="64347" y="109628"/>
                  <a:pt x="64347" y="81500"/>
                </a:cubicBezTo>
                <a:cubicBezTo>
                  <a:pt x="64347" y="36422"/>
                  <a:pt x="100724" y="0"/>
                  <a:pt x="1457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="ctr"/>
          <a:lstStyle/>
          <a:p>
            <a:pPr defTabSz="914217"/>
            <a:endParaRPr lang="en-US">
              <a:solidFill>
                <a:srgbClr val="898989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29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6">
            <a:extLst>
              <a:ext uri="{FF2B5EF4-FFF2-40B4-BE49-F238E27FC236}">
                <a16:creationId xmlns:a16="http://schemas.microsoft.com/office/drawing/2014/main" id="{BAF3576E-63FB-52EE-E329-D240C619D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900" y="1399382"/>
            <a:ext cx="41910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 dirty="0">
                <a:latin typeface="Calibri" panose="020F0502020204030204" pitchFamily="34" charset="0"/>
              </a:rPr>
              <a:t>Problem Statement </a:t>
            </a:r>
          </a:p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As the number of websites in the world grows, so do the chances of having vulnerable websites. Attackers use this to perform drive-by attacks. There are antiviruses which can detect them, but they cannot handle new techniques which attackers use as their methods are based on heuristics.  Thus, we need a method that can detect new attacks in real time.</a:t>
            </a:r>
          </a:p>
        </p:txBody>
      </p:sp>
      <p:cxnSp>
        <p:nvCxnSpPr>
          <p:cNvPr id="8194" name="Straight Connector 7">
            <a:extLst>
              <a:ext uri="{FF2B5EF4-FFF2-40B4-BE49-F238E27FC236}">
                <a16:creationId xmlns:a16="http://schemas.microsoft.com/office/drawing/2014/main" id="{1F5E1222-85BF-0D93-E71E-5EAC993624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6362" y="1094582"/>
            <a:ext cx="853440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/>
          </a:ln>
        </p:spPr>
      </p:cxnSp>
      <p:sp>
        <p:nvSpPr>
          <p:cNvPr id="8195" name="Text Box 8">
            <a:extLst>
              <a:ext uri="{FF2B5EF4-FFF2-40B4-BE49-F238E27FC236}">
                <a16:creationId xmlns:a16="http://schemas.microsoft.com/office/drawing/2014/main" id="{EC1A18DD-6378-3D9E-5BDA-38120C6E3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252" y="9227"/>
            <a:ext cx="573564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Summary of PoC</a:t>
            </a:r>
          </a:p>
          <a:p>
            <a:r>
              <a:rPr lang="en-US" altLang="en-US" b="1" dirty="0">
                <a:latin typeface="Calibri" panose="020F0502020204030204" pitchFamily="34" charset="0"/>
              </a:rPr>
              <a:t>Business Opportunities</a:t>
            </a:r>
          </a:p>
        </p:txBody>
      </p:sp>
      <p:sp>
        <p:nvSpPr>
          <p:cNvPr id="8196" name="Rectangle 20">
            <a:extLst>
              <a:ext uri="{FF2B5EF4-FFF2-40B4-BE49-F238E27FC236}">
                <a16:creationId xmlns:a16="http://schemas.microsoft.com/office/drawing/2014/main" id="{8F8DEAFA-3B0C-6AC5-7775-A2E5BB473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214" y="0"/>
            <a:ext cx="1347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 dirty="0">
                <a:latin typeface="Calibri" panose="020F0502020204030204" pitchFamily="34" charset="0"/>
              </a:rPr>
              <a:t>Confidential</a:t>
            </a:r>
            <a:endParaRPr lang="en-US" altLang="en-US" sz="1800" dirty="0">
              <a:latin typeface="Calibri" panose="020F0502020204030204" pitchFamily="34" charset="0"/>
            </a:endParaRPr>
          </a:p>
        </p:txBody>
      </p:sp>
      <p:sp>
        <p:nvSpPr>
          <p:cNvPr id="8197" name="Slide Number Placeholder 10">
            <a:extLst>
              <a:ext uri="{FF2B5EF4-FFF2-40B4-BE49-F238E27FC236}">
                <a16:creationId xmlns:a16="http://schemas.microsoft.com/office/drawing/2014/main" id="{A5DB2D71-7242-DF7C-CA9B-C5899A0F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553200"/>
            <a:ext cx="19050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6F86AD-1B02-45BF-A0EF-5D3A3C1899DD}" type="slidenum">
              <a:rPr lang="en-US" altLang="en-US" sz="1400"/>
              <a:pPr/>
              <a:t>3</a:t>
            </a:fld>
            <a:endParaRPr lang="en-US" altLang="en-US" sz="1400"/>
          </a:p>
        </p:txBody>
      </p:sp>
      <p:sp>
        <p:nvSpPr>
          <p:cNvPr id="8198" name="Rectangle 14">
            <a:extLst>
              <a:ext uri="{FF2B5EF4-FFF2-40B4-BE49-F238E27FC236}">
                <a16:creationId xmlns:a16="http://schemas.microsoft.com/office/drawing/2014/main" id="{E5AC8FED-9F2D-2BD7-01D1-C0BFC9D29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5112" y="1399382"/>
            <a:ext cx="4343400" cy="25908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199" name="Rectangle 17">
            <a:extLst>
              <a:ext uri="{FF2B5EF4-FFF2-40B4-BE49-F238E27FC236}">
                <a16:creationId xmlns:a16="http://schemas.microsoft.com/office/drawing/2014/main" id="{D930B68D-8A4E-B2D2-291A-912033192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525" y="1399382"/>
            <a:ext cx="4301423" cy="2590799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200" name="Rectangle 18">
            <a:extLst>
              <a:ext uri="{FF2B5EF4-FFF2-40B4-BE49-F238E27FC236}">
                <a16:creationId xmlns:a16="http://schemas.microsoft.com/office/drawing/2014/main" id="{8A3E14E9-6E29-F70D-8E9A-F77CE4E93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362" y="1399382"/>
            <a:ext cx="4343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 dirty="0">
                <a:latin typeface="Calibri" panose="020F0502020204030204" pitchFamily="34" charset="0"/>
              </a:rPr>
              <a:t>Scope</a:t>
            </a:r>
          </a:p>
          <a:p>
            <a:pPr eaLnBrk="1" hangingPunct="1"/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Detect malicious content contained in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javascript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.</a:t>
            </a:r>
            <a:endParaRPr lang="en-US" altLang="en-US" sz="1600" dirty="0">
              <a:latin typeface="Calibri" panose="020F0502020204030204" pitchFamily="34" charset="0"/>
            </a:endParaRPr>
          </a:p>
        </p:txBody>
      </p:sp>
      <p:sp>
        <p:nvSpPr>
          <p:cNvPr id="8202" name="Rectangle 20">
            <a:extLst>
              <a:ext uri="{FF2B5EF4-FFF2-40B4-BE49-F238E27FC236}">
                <a16:creationId xmlns:a16="http://schemas.microsoft.com/office/drawing/2014/main" id="{F153BA98-F984-5673-A339-926E53660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762" y="4066382"/>
            <a:ext cx="4343400" cy="25146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203" name="Rectangle 21">
            <a:extLst>
              <a:ext uri="{FF2B5EF4-FFF2-40B4-BE49-F238E27FC236}">
                <a16:creationId xmlns:a16="http://schemas.microsoft.com/office/drawing/2014/main" id="{335C174E-D5AA-5E6B-FBE0-0D7929278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900" y="4142582"/>
            <a:ext cx="4191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 dirty="0">
                <a:latin typeface="Calibri" panose="020F0502020204030204" pitchFamily="34" charset="0"/>
              </a:rPr>
              <a:t>Business opportunities for technology</a:t>
            </a:r>
          </a:p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Organizations can use this to detect/stop drive-by attacks which can have a huge impact on their organization</a:t>
            </a:r>
          </a:p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Individuals can also use this to stop drive-by attacks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34F767B-3145-82ED-D838-FE7283CF2C12}"/>
              </a:ext>
            </a:extLst>
          </p:cNvPr>
          <p:cNvSpPr txBox="1">
            <a:spLocks/>
          </p:cNvSpPr>
          <p:nvPr/>
        </p:nvSpPr>
        <p:spPr>
          <a:xfrm>
            <a:off x="226279" y="4075273"/>
            <a:ext cx="1655643" cy="252057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>
              <a:lnSpc>
                <a:spcPts val="1750"/>
              </a:lnSpc>
            </a:pPr>
            <a:r>
              <a:rPr lang="en-US" sz="1200" dirty="0">
                <a:solidFill>
                  <a:srgbClr val="898989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D92069-E09F-FD7A-1604-AACD613B11E0}"/>
              </a:ext>
            </a:extLst>
          </p:cNvPr>
          <p:cNvGrpSpPr/>
          <p:nvPr/>
        </p:nvGrpSpPr>
        <p:grpSpPr>
          <a:xfrm>
            <a:off x="-90332" y="31053"/>
            <a:ext cx="2143420" cy="593927"/>
            <a:chOff x="125328" y="2781758"/>
            <a:chExt cx="2152046" cy="593927"/>
          </a:xfrm>
        </p:grpSpPr>
        <p:sp>
          <p:nvSpPr>
            <p:cNvPr id="2" name="Pentagon 3">
              <a:extLst>
                <a:ext uri="{FF2B5EF4-FFF2-40B4-BE49-F238E27FC236}">
                  <a16:creationId xmlns:a16="http://schemas.microsoft.com/office/drawing/2014/main" id="{D08C24A1-AD5A-12F4-8D3D-4E491BD5DD2E}"/>
                </a:ext>
              </a:extLst>
            </p:cNvPr>
            <p:cNvSpPr/>
            <p:nvPr/>
          </p:nvSpPr>
          <p:spPr>
            <a:xfrm>
              <a:off x="226279" y="2781758"/>
              <a:ext cx="2051095" cy="585789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6DC8B7-89DB-FDE0-4739-50F8F54D868D}"/>
                </a:ext>
              </a:extLst>
            </p:cNvPr>
            <p:cNvGrpSpPr/>
            <p:nvPr/>
          </p:nvGrpSpPr>
          <p:grpSpPr>
            <a:xfrm>
              <a:off x="125328" y="2821687"/>
              <a:ext cx="1853534" cy="553998"/>
              <a:chOff x="125328" y="2821687"/>
              <a:chExt cx="1853534" cy="55399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70070D-5713-C565-E69D-02160E4C45CA}"/>
                  </a:ext>
                </a:extLst>
              </p:cNvPr>
              <p:cNvSpPr txBox="1"/>
              <p:nvPr/>
            </p:nvSpPr>
            <p:spPr>
              <a:xfrm>
                <a:off x="515687" y="2821687"/>
                <a:ext cx="1463175" cy="553998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spAutoFit/>
              </a:bodyPr>
              <a:lstStyle/>
              <a:p>
                <a:pPr algn="ctr" defTabSz="914217"/>
                <a:r>
                  <a:rPr lang="en-US" sz="1000" b="1" dirty="0">
                    <a:solidFill>
                      <a:srgbClr val="272829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Concept ,Definition</a:t>
                </a:r>
              </a:p>
              <a:p>
                <a:pPr algn="ctr" defTabSz="914217"/>
                <a:r>
                  <a:rPr lang="en-US" sz="1000" b="1" dirty="0">
                    <a:solidFill>
                      <a:srgbClr val="272829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&amp; </a:t>
                </a:r>
              </a:p>
              <a:p>
                <a:pPr algn="ctr" defTabSz="914217"/>
                <a:r>
                  <a:rPr lang="en-US" sz="1000" b="1" dirty="0">
                    <a:solidFill>
                      <a:srgbClr val="272829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Scope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E9974F-C077-026F-3B0D-D9781D5694EC}"/>
                  </a:ext>
                </a:extLst>
              </p:cNvPr>
              <p:cNvSpPr txBox="1"/>
              <p:nvPr/>
            </p:nvSpPr>
            <p:spPr>
              <a:xfrm>
                <a:off x="125328" y="2954335"/>
                <a:ext cx="597672" cy="32316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 defTabSz="914217"/>
                <a:r>
                  <a:rPr lang="en-US" sz="1500" b="1" dirty="0">
                    <a:solidFill>
                      <a:srgbClr val="FFFFFF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01</a:t>
                </a:r>
              </a:p>
            </p:txBody>
          </p:sp>
        </p:grpSp>
      </p:grpSp>
      <p:sp>
        <p:nvSpPr>
          <p:cNvPr id="6" name="Rectangle 17">
            <a:extLst>
              <a:ext uri="{FF2B5EF4-FFF2-40B4-BE49-F238E27FC236}">
                <a16:creationId xmlns:a16="http://schemas.microsoft.com/office/drawing/2014/main" id="{36A366DE-9652-BD70-A9B4-CC72B487C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362" y="4066383"/>
            <a:ext cx="4343400" cy="25146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D0A3773B-BABB-6F11-BC74-6F6E2DFA0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5024" y="4103055"/>
            <a:ext cx="43434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 dirty="0">
                <a:latin typeface="Calibri" panose="020F0502020204030204" pitchFamily="34" charset="0"/>
              </a:rPr>
              <a:t>Out of Scope</a:t>
            </a:r>
          </a:p>
          <a:p>
            <a:pPr eaLnBrk="1" hangingPunct="1"/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Detecting malicious content in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php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is out of scope.</a:t>
            </a:r>
          </a:p>
          <a:p>
            <a:pPr eaLnBrk="1" hangingPunct="1"/>
            <a:r>
              <a:rPr lang="en-US" altLang="en-US" sz="1600" dirty="0">
                <a:solidFill>
                  <a:srgbClr val="898989"/>
                </a:solidFill>
                <a:latin typeface="Calibri" panose="020F0502020204030204" pitchFamily="34" charset="0"/>
                <a:ea typeface="+mn-ea"/>
              </a:rPr>
              <a:t>Detecting malicious content in python is out of scope.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eaLnBrk="1" hangingPunct="1"/>
            <a:endParaRPr lang="en-US" altLang="en-US" sz="16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323CC1-DB1E-DD45-9834-6D6051E79DE7}"/>
              </a:ext>
            </a:extLst>
          </p:cNvPr>
          <p:cNvSpPr txBox="1"/>
          <p:nvPr/>
        </p:nvSpPr>
        <p:spPr>
          <a:xfrm>
            <a:off x="4119342" y="292364"/>
            <a:ext cx="39533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8600"/>
            <a:r>
              <a:rPr lang="en-US" sz="3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Estimated Schedule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EF94B-C485-1543-8B09-4B5D87A6D066}"/>
              </a:ext>
            </a:extLst>
          </p:cNvPr>
          <p:cNvSpPr txBox="1"/>
          <p:nvPr/>
        </p:nvSpPr>
        <p:spPr>
          <a:xfrm>
            <a:off x="4879353" y="800196"/>
            <a:ext cx="2433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8600"/>
            <a:r>
              <a:rPr lang="en-US" sz="1400" spc="300" dirty="0">
                <a:solidFill>
                  <a:srgbClr val="2D2D2D">
                    <a:lumMod val="50000"/>
                    <a:lumOff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SUBTITLE HERE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8E800F9-A258-D8D3-B20D-CDFC45AB78C4}"/>
              </a:ext>
            </a:extLst>
          </p:cNvPr>
          <p:cNvGrpSpPr/>
          <p:nvPr/>
        </p:nvGrpSpPr>
        <p:grpSpPr>
          <a:xfrm>
            <a:off x="1450683" y="1230355"/>
            <a:ext cx="8441720" cy="5300257"/>
            <a:chOff x="803702" y="1230355"/>
            <a:chExt cx="8441720" cy="5300257"/>
          </a:xfrm>
        </p:grpSpPr>
        <p:graphicFrame>
          <p:nvGraphicFramePr>
            <p:cNvPr id="4" name="Content Placeholder 19">
              <a:extLst>
                <a:ext uri="{FF2B5EF4-FFF2-40B4-BE49-F238E27FC236}">
                  <a16:creationId xmlns:a16="http://schemas.microsoft.com/office/drawing/2014/main" id="{853B8D18-FEAF-0747-9791-A38CCBCC179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8001940"/>
                </p:ext>
              </p:extLst>
            </p:nvPr>
          </p:nvGraphicFramePr>
          <p:xfrm>
            <a:off x="803702" y="1230355"/>
            <a:ext cx="8441720" cy="5300257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180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44484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4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5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6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7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8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9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20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21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22"/>
                      </a:ext>
                    </a:extLst>
                  </a:gridCol>
                </a:tblGrid>
                <a:tr h="617586">
                  <a:tc rowSpan="2">
                    <a:txBody>
                      <a:bodyPr/>
                      <a:lstStyle/>
                      <a:p>
                        <a:pPr algn="ctr"/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 rowSpan="2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rgbClr val="FFFFFF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TASK NAME</a:t>
                        </a:r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 gridSpan="7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rgbClr val="FFFFFF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Week1</a:t>
                        </a:r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uk-UA" dirty="0"/>
                      </a:p>
                    </a:txBody>
                    <a:tcPr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uk-UA" dirty="0"/>
                      </a:p>
                    </a:txBody>
                    <a:tcPr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 gridSpan="7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rgbClr val="FFFFFF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Week2</a:t>
                        </a:r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gridSpan="7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rgbClr val="FFFFFF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Week3</a:t>
                        </a:r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94125">
                  <a:tc v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uk-UA" dirty="0"/>
                      </a:p>
                    </a:txBody>
                    <a:tcPr>
                      <a:lnL w="12700" cmpd="sng">
                        <a:noFill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M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F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M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F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M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F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1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1828343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Web scaping good and bad website links</a:t>
                        </a:r>
                        <a:endParaRPr lang="uk-UA" sz="1000" b="0" i="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2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1828343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Write a script to perform web scraping  of </a:t>
                        </a:r>
                        <a:r>
                          <a:rPr lang="en-US" sz="1000" b="0" i="0" dirty="0" err="1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javascript</a:t>
                        </a:r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 content from a website</a:t>
                        </a:r>
                        <a:endParaRPr lang="uk-UA" sz="1000" b="0" i="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3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Feature extraction</a:t>
                        </a: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4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EDA</a:t>
                        </a: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5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ML model building and performance evaluation</a:t>
                        </a: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6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 defTabSz="1828343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ZA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Results interpretation</a:t>
                        </a:r>
                        <a:endParaRPr lang="uk-UA" sz="1000" b="0" i="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7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endParaRPr lang="uk-UA" sz="1000" b="0" i="0" kern="120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</a:tbl>
            </a:graphicData>
          </a:graphic>
        </p:graphicFrame>
        <p:sp>
          <p:nvSpPr>
            <p:cNvPr id="6" name="Snip Diagonal Corner Rectangle 5">
              <a:extLst>
                <a:ext uri="{FF2B5EF4-FFF2-40B4-BE49-F238E27FC236}">
                  <a16:creationId xmlns:a16="http://schemas.microsoft.com/office/drawing/2014/main" id="{60D673BA-0A03-A045-9D9C-331D54D3F184}"/>
                </a:ext>
              </a:extLst>
            </p:cNvPr>
            <p:cNvSpPr/>
            <p:nvPr/>
          </p:nvSpPr>
          <p:spPr>
            <a:xfrm>
              <a:off x="2633318" y="2556008"/>
              <a:ext cx="483317" cy="187193"/>
            </a:xfrm>
            <a:prstGeom prst="snip2DiagRect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uk-UA" sz="3599" dirty="0">
                <a:solidFill>
                  <a:srgbClr val="FFFFFF"/>
                </a:solidFill>
                <a:latin typeface="Open Sans Light" panose="020B0306030504020204" pitchFamily="34" charset="0"/>
              </a:endParaRPr>
            </a:p>
          </p:txBody>
        </p:sp>
        <p:sp>
          <p:nvSpPr>
            <p:cNvPr id="7" name="Snip Diagonal Corner Rectangle 6">
              <a:extLst>
                <a:ext uri="{FF2B5EF4-FFF2-40B4-BE49-F238E27FC236}">
                  <a16:creationId xmlns:a16="http://schemas.microsoft.com/office/drawing/2014/main" id="{53962BCE-622A-7C45-8650-89D22AD899F0}"/>
                </a:ext>
              </a:extLst>
            </p:cNvPr>
            <p:cNvSpPr/>
            <p:nvPr/>
          </p:nvSpPr>
          <p:spPr>
            <a:xfrm>
              <a:off x="3226659" y="3927606"/>
              <a:ext cx="2513908" cy="187193"/>
            </a:xfrm>
            <a:prstGeom prst="snip2DiagRect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uk-UA" sz="3599" dirty="0">
                <a:solidFill>
                  <a:srgbClr val="FFFFFF"/>
                </a:solidFill>
                <a:latin typeface="Open Sans Light" panose="020B0306030504020204" pitchFamily="34" charset="0"/>
              </a:endParaRPr>
            </a:p>
          </p:txBody>
        </p:sp>
        <p:sp>
          <p:nvSpPr>
            <p:cNvPr id="11" name="Snip Diagonal Corner Rectangle 10">
              <a:extLst>
                <a:ext uri="{FF2B5EF4-FFF2-40B4-BE49-F238E27FC236}">
                  <a16:creationId xmlns:a16="http://schemas.microsoft.com/office/drawing/2014/main" id="{6EFB40EC-45CB-0A4D-AFDC-C10276FD3683}"/>
                </a:ext>
              </a:extLst>
            </p:cNvPr>
            <p:cNvSpPr/>
            <p:nvPr/>
          </p:nvSpPr>
          <p:spPr>
            <a:xfrm>
              <a:off x="2633319" y="3241807"/>
              <a:ext cx="839042" cy="187193"/>
            </a:xfrm>
            <a:prstGeom prst="snip2DiagRect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uk-UA" sz="3599" dirty="0">
                <a:solidFill>
                  <a:srgbClr val="FFFFFF"/>
                </a:solidFill>
                <a:latin typeface="Open Sans Light" panose="020B0306030504020204" pitchFamily="34" charset="0"/>
              </a:endParaRPr>
            </a:p>
          </p:txBody>
        </p:sp>
      </p:grpSp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7CF00233-4978-681D-CDD3-0B878A49D619}"/>
              </a:ext>
            </a:extLst>
          </p:cNvPr>
          <p:cNvSpPr/>
          <p:nvPr/>
        </p:nvSpPr>
        <p:spPr>
          <a:xfrm>
            <a:off x="6387548" y="4426212"/>
            <a:ext cx="925100" cy="187193"/>
          </a:xfrm>
          <a:prstGeom prst="snip2DiagRect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600"/>
            <a:endParaRPr lang="uk-UA" sz="3599" dirty="0">
              <a:solidFill>
                <a:srgbClr val="FFFFFF"/>
              </a:solidFill>
              <a:latin typeface="Open Sans Light" panose="020B0306030504020204" pitchFamily="34" charset="0"/>
            </a:endParaRPr>
          </a:p>
        </p:txBody>
      </p:sp>
      <p:sp>
        <p:nvSpPr>
          <p:cNvPr id="10" name="Snip Diagonal Corner Rectangle 6">
            <a:extLst>
              <a:ext uri="{FF2B5EF4-FFF2-40B4-BE49-F238E27FC236}">
                <a16:creationId xmlns:a16="http://schemas.microsoft.com/office/drawing/2014/main" id="{925C5DD7-C4DD-FBAC-CC30-48E30422E866}"/>
              </a:ext>
            </a:extLst>
          </p:cNvPr>
          <p:cNvSpPr/>
          <p:nvPr/>
        </p:nvSpPr>
        <p:spPr>
          <a:xfrm>
            <a:off x="7657134" y="5009322"/>
            <a:ext cx="1274831" cy="159024"/>
          </a:xfrm>
          <a:prstGeom prst="snip2DiagRect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600"/>
            <a:endParaRPr lang="uk-UA" sz="3599" dirty="0">
              <a:solidFill>
                <a:srgbClr val="FFFFFF"/>
              </a:solidFill>
              <a:latin typeface="Open Sans Light" panose="020B0306030504020204" pitchFamily="34" charset="0"/>
            </a:endParaRPr>
          </a:p>
        </p:txBody>
      </p:sp>
      <p:sp>
        <p:nvSpPr>
          <p:cNvPr id="18" name="Snip Diagonal Corner Rectangle 6">
            <a:extLst>
              <a:ext uri="{FF2B5EF4-FFF2-40B4-BE49-F238E27FC236}">
                <a16:creationId xmlns:a16="http://schemas.microsoft.com/office/drawing/2014/main" id="{738718A0-ECFB-02B5-EB10-8EBBE10FC644}"/>
              </a:ext>
            </a:extLst>
          </p:cNvPr>
          <p:cNvSpPr/>
          <p:nvPr/>
        </p:nvSpPr>
        <p:spPr>
          <a:xfrm>
            <a:off x="8276671" y="5607767"/>
            <a:ext cx="1274832" cy="159024"/>
          </a:xfrm>
          <a:prstGeom prst="snip2DiagRect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600"/>
            <a:endParaRPr lang="uk-UA" sz="3599" dirty="0">
              <a:solidFill>
                <a:srgbClr val="FFFFFF"/>
              </a:solidFill>
              <a:latin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80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323CC1-DB1E-DD45-9834-6D6051E79DE7}"/>
              </a:ext>
            </a:extLst>
          </p:cNvPr>
          <p:cNvSpPr txBox="1"/>
          <p:nvPr/>
        </p:nvSpPr>
        <p:spPr>
          <a:xfrm>
            <a:off x="4472003" y="292364"/>
            <a:ext cx="32480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8600"/>
            <a:r>
              <a:rPr lang="en-US" sz="3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Actual Schedule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EF94B-C485-1543-8B09-4B5D87A6D066}"/>
              </a:ext>
            </a:extLst>
          </p:cNvPr>
          <p:cNvSpPr txBox="1"/>
          <p:nvPr/>
        </p:nvSpPr>
        <p:spPr>
          <a:xfrm>
            <a:off x="4879353" y="800196"/>
            <a:ext cx="2433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8600"/>
            <a:r>
              <a:rPr lang="en-US" sz="1400" spc="300" dirty="0">
                <a:solidFill>
                  <a:srgbClr val="2D2D2D">
                    <a:lumMod val="50000"/>
                    <a:lumOff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SUBTITLE HERE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8E800F9-A258-D8D3-B20D-CDFC45AB78C4}"/>
              </a:ext>
            </a:extLst>
          </p:cNvPr>
          <p:cNvGrpSpPr/>
          <p:nvPr/>
        </p:nvGrpSpPr>
        <p:grpSpPr>
          <a:xfrm>
            <a:off x="1450683" y="1230355"/>
            <a:ext cx="8441720" cy="5300257"/>
            <a:chOff x="803702" y="1230355"/>
            <a:chExt cx="8441720" cy="5300257"/>
          </a:xfrm>
        </p:grpSpPr>
        <p:graphicFrame>
          <p:nvGraphicFramePr>
            <p:cNvPr id="4" name="Content Placeholder 19">
              <a:extLst>
                <a:ext uri="{FF2B5EF4-FFF2-40B4-BE49-F238E27FC236}">
                  <a16:creationId xmlns:a16="http://schemas.microsoft.com/office/drawing/2014/main" id="{853B8D18-FEAF-0747-9791-A38CCBCC179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03702" y="1230355"/>
            <a:ext cx="8441720" cy="5300257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180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44484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4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5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6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7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8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19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20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21"/>
                      </a:ext>
                    </a:extLst>
                  </a:gridCol>
                  <a:gridCol w="318040">
                    <a:extLst>
                      <a:ext uri="{9D8B030D-6E8A-4147-A177-3AD203B41FA5}">
                        <a16:colId xmlns:a16="http://schemas.microsoft.com/office/drawing/2014/main" val="20022"/>
                      </a:ext>
                    </a:extLst>
                  </a:gridCol>
                </a:tblGrid>
                <a:tr h="617586">
                  <a:tc rowSpan="2">
                    <a:txBody>
                      <a:bodyPr/>
                      <a:lstStyle/>
                      <a:p>
                        <a:pPr algn="ctr"/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 rowSpan="2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rgbClr val="FFFFFF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TASK NAME</a:t>
                        </a:r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 gridSpan="7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rgbClr val="FFFFFF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Week1</a:t>
                        </a:r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uk-UA" dirty="0"/>
                      </a:p>
                    </a:txBody>
                    <a:tcPr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uk-UA" dirty="0"/>
                      </a:p>
                    </a:txBody>
                    <a:tcPr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 gridSpan="7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rgbClr val="FFFFFF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Week2</a:t>
                        </a:r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gridSpan="7">
                    <a:txBody>
                      <a:bodyPr/>
                      <a:lstStyle/>
                      <a:p>
                        <a:pPr algn="ctr"/>
                        <a:r>
                          <a:rPr lang="en-US" sz="1600" dirty="0">
                            <a:solidFill>
                              <a:srgbClr val="FFFFFF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Week3</a:t>
                        </a:r>
                        <a:endParaRPr lang="uk-UA" sz="1600" dirty="0">
                          <a:solidFill>
                            <a:srgbClr val="FFFFFF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/>
                        <a:endParaRPr lang="uk-UA" sz="1400" dirty="0">
                          <a:solidFill>
                            <a:srgbClr val="FFFFFF"/>
                          </a:solidFill>
                        </a:endParaRPr>
                      </a:p>
                    </a:txBody>
                    <a:tcPr marL="103178" marR="10317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mpd="sng">
                        <a:noFill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94125">
                  <a:tc vMerge="1">
                    <a:txBody>
                      <a:bodyPr/>
                      <a:lstStyle/>
                      <a:p>
                        <a:endParaRPr lang="uk-UA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uk-UA" dirty="0"/>
                      </a:p>
                    </a:txBody>
                    <a:tcPr>
                      <a:lnL w="12700" cmpd="sng">
                        <a:noFill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M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F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M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F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M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W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T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F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400" b="1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</a:t>
                        </a:r>
                        <a:endParaRPr lang="uk-UA" sz="14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5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1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1828343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Web scaping good and bad website links</a:t>
                        </a:r>
                        <a:endParaRPr lang="uk-UA" sz="1000" b="0" i="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bg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2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1828343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Write a script to perform web scraping  of </a:t>
                        </a:r>
                        <a:r>
                          <a:rPr lang="en-US" sz="1000" b="0" i="0" dirty="0" err="1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javascript</a:t>
                        </a:r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 content from a website</a:t>
                        </a:r>
                        <a:endParaRPr lang="uk-UA" sz="1000" b="0" i="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3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Feature extraction</a:t>
                        </a: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4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EDA</a:t>
                        </a: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5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ML model building and performance evaluation</a:t>
                        </a: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6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indent="0" algn="l" defTabSz="1828343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ZA" sz="1000" b="0" i="0" dirty="0">
                            <a:solidFill>
                              <a:schemeClr val="tx1"/>
                            </a:solidFill>
                            <a:latin typeface="Open Sans Light" panose="020B0306030504020204" pitchFamily="34" charset="0"/>
                            <a:ea typeface="Open Sans Light" panose="020B0306030504020204" pitchFamily="34" charset="0"/>
                            <a:cs typeface="Open Sans Light" panose="020B0306030504020204" pitchFamily="34" charset="0"/>
                          </a:rPr>
                          <a:t>Results interpretation</a:t>
                        </a:r>
                        <a:endParaRPr lang="uk-UA" sz="1000" b="0" i="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55585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7</a:t>
                        </a:r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mpd="sng">
                        <a:noFill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endParaRPr lang="uk-UA" sz="1000" b="0" i="0" kern="120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uk-UA" sz="12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45566" marR="145566" marT="45708" marB="45708" anchor="ctr">
                      <a:lnL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mpd="sng">
                        <a:noFill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alpha val="1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</a:tbl>
            </a:graphicData>
          </a:graphic>
        </p:graphicFrame>
        <p:sp>
          <p:nvSpPr>
            <p:cNvPr id="6" name="Snip Diagonal Corner Rectangle 5">
              <a:extLst>
                <a:ext uri="{FF2B5EF4-FFF2-40B4-BE49-F238E27FC236}">
                  <a16:creationId xmlns:a16="http://schemas.microsoft.com/office/drawing/2014/main" id="{60D673BA-0A03-A045-9D9C-331D54D3F184}"/>
                </a:ext>
              </a:extLst>
            </p:cNvPr>
            <p:cNvSpPr/>
            <p:nvPr/>
          </p:nvSpPr>
          <p:spPr>
            <a:xfrm>
              <a:off x="2633318" y="2556008"/>
              <a:ext cx="483317" cy="187193"/>
            </a:xfrm>
            <a:prstGeom prst="snip2DiagRect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uk-UA" sz="3599" dirty="0">
                <a:solidFill>
                  <a:srgbClr val="FFFFFF"/>
                </a:solidFill>
                <a:latin typeface="Open Sans Light" panose="020B0306030504020204" pitchFamily="34" charset="0"/>
              </a:endParaRPr>
            </a:p>
          </p:txBody>
        </p:sp>
        <p:sp>
          <p:nvSpPr>
            <p:cNvPr id="7" name="Snip Diagonal Corner Rectangle 6">
              <a:extLst>
                <a:ext uri="{FF2B5EF4-FFF2-40B4-BE49-F238E27FC236}">
                  <a16:creationId xmlns:a16="http://schemas.microsoft.com/office/drawing/2014/main" id="{53962BCE-622A-7C45-8650-89D22AD899F0}"/>
                </a:ext>
              </a:extLst>
            </p:cNvPr>
            <p:cNvSpPr/>
            <p:nvPr/>
          </p:nvSpPr>
          <p:spPr>
            <a:xfrm>
              <a:off x="3226658" y="3927606"/>
              <a:ext cx="4740273" cy="187193"/>
            </a:xfrm>
            <a:prstGeom prst="snip2DiagRect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uk-UA" sz="3599" dirty="0">
                <a:solidFill>
                  <a:srgbClr val="FFFFFF"/>
                </a:solidFill>
                <a:latin typeface="Open Sans Light" panose="020B0306030504020204" pitchFamily="34" charset="0"/>
              </a:endParaRPr>
            </a:p>
          </p:txBody>
        </p:sp>
        <p:sp>
          <p:nvSpPr>
            <p:cNvPr id="11" name="Snip Diagonal Corner Rectangle 10">
              <a:extLst>
                <a:ext uri="{FF2B5EF4-FFF2-40B4-BE49-F238E27FC236}">
                  <a16:creationId xmlns:a16="http://schemas.microsoft.com/office/drawing/2014/main" id="{6EFB40EC-45CB-0A4D-AFDC-C10276FD3683}"/>
                </a:ext>
              </a:extLst>
            </p:cNvPr>
            <p:cNvSpPr/>
            <p:nvPr/>
          </p:nvSpPr>
          <p:spPr>
            <a:xfrm>
              <a:off x="2633319" y="3241807"/>
              <a:ext cx="839042" cy="187193"/>
            </a:xfrm>
            <a:prstGeom prst="snip2DiagRect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uk-UA" sz="3599" dirty="0">
                <a:solidFill>
                  <a:srgbClr val="FFFFFF"/>
                </a:solidFill>
                <a:latin typeface="Open Sans Light" panose="020B0306030504020204" pitchFamily="34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A792BD1-DF62-0547-BB72-86BB2DE4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773" y="4521983"/>
            <a:ext cx="481626" cy="1889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9E4733-5E22-664F-63CD-167D85C1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099" y="5039217"/>
            <a:ext cx="481626" cy="1889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553695-142A-A8C4-4444-6480CD95D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8613912" y="5585494"/>
            <a:ext cx="607600" cy="2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6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5EA65B0-9143-CBC3-1F4D-A72A3E34F828}"/>
              </a:ext>
            </a:extLst>
          </p:cNvPr>
          <p:cNvSpPr txBox="1"/>
          <p:nvPr/>
        </p:nvSpPr>
        <p:spPr>
          <a:xfrm>
            <a:off x="4637129" y="306186"/>
            <a:ext cx="29177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272829"/>
                </a:solidFill>
                <a:latin typeface="Poppins" pitchFamily="2" charset="77"/>
                <a:cs typeface="Poppins" pitchFamily="2" charset="77"/>
              </a:rPr>
              <a:t>Flow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261C00-A0B4-B0F5-9B85-BA096306B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112" y="1519237"/>
            <a:ext cx="65817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53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4" name="Straight Connector 7">
            <a:extLst>
              <a:ext uri="{FF2B5EF4-FFF2-40B4-BE49-F238E27FC236}">
                <a16:creationId xmlns:a16="http://schemas.microsoft.com/office/drawing/2014/main" id="{1F5E1222-85BF-0D93-E71E-5EAC993624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6362" y="1094582"/>
            <a:ext cx="853440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/>
          </a:ln>
        </p:spPr>
      </p:cxnSp>
      <p:sp>
        <p:nvSpPr>
          <p:cNvPr id="8195" name="Text Box 8">
            <a:extLst>
              <a:ext uri="{FF2B5EF4-FFF2-40B4-BE49-F238E27FC236}">
                <a16:creationId xmlns:a16="http://schemas.microsoft.com/office/drawing/2014/main" id="{EC1A18DD-6378-3D9E-5BDA-38120C6E3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035" y="342647"/>
            <a:ext cx="57356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Analysis and Interpretation</a:t>
            </a:r>
          </a:p>
        </p:txBody>
      </p:sp>
      <p:sp>
        <p:nvSpPr>
          <p:cNvPr id="8197" name="Slide Number Placeholder 10">
            <a:extLst>
              <a:ext uri="{FF2B5EF4-FFF2-40B4-BE49-F238E27FC236}">
                <a16:creationId xmlns:a16="http://schemas.microsoft.com/office/drawing/2014/main" id="{A5DB2D71-7242-DF7C-CA9B-C5899A0F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553200"/>
            <a:ext cx="19050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6F86AD-1B02-45BF-A0EF-5D3A3C1899DD}" type="slidenum">
              <a:rPr lang="en-US" altLang="en-US" sz="1400"/>
              <a:pPr/>
              <a:t>7</a:t>
            </a:fld>
            <a:endParaRPr lang="en-US" altLang="en-US" sz="1400"/>
          </a:p>
        </p:txBody>
      </p:sp>
      <p:sp>
        <p:nvSpPr>
          <p:cNvPr id="8199" name="Rectangle 17">
            <a:extLst>
              <a:ext uri="{FF2B5EF4-FFF2-40B4-BE49-F238E27FC236}">
                <a16:creationId xmlns:a16="http://schemas.microsoft.com/office/drawing/2014/main" id="{D930B68D-8A4E-B2D2-291A-912033192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638" y="1399382"/>
            <a:ext cx="9171287" cy="51816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34F767B-3145-82ED-D838-FE7283CF2C12}"/>
              </a:ext>
            </a:extLst>
          </p:cNvPr>
          <p:cNvSpPr txBox="1">
            <a:spLocks/>
          </p:cNvSpPr>
          <p:nvPr/>
        </p:nvSpPr>
        <p:spPr>
          <a:xfrm>
            <a:off x="226279" y="4075273"/>
            <a:ext cx="1655643" cy="252057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>
              <a:lnSpc>
                <a:spcPts val="1750"/>
              </a:lnSpc>
            </a:pPr>
            <a:r>
              <a:rPr lang="en-US" sz="1200" dirty="0">
                <a:solidFill>
                  <a:srgbClr val="898989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B809EB2-E984-1B58-13CE-73F473D09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638" y="4945693"/>
            <a:ext cx="917128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The index( </a:t>
            </a:r>
            <a:r>
              <a:rPr lang="en-US" altLang="en-US" sz="1600" dirty="0" err="1">
                <a:latin typeface="Calibri" panose="020F0502020204030204" pitchFamily="34" charset="0"/>
              </a:rPr>
              <a:t>indexOf</a:t>
            </a:r>
            <a:r>
              <a:rPr lang="en-US" altLang="en-US" sz="1600" dirty="0">
                <a:latin typeface="Calibri" panose="020F0502020204030204" pitchFamily="34" charset="0"/>
              </a:rPr>
              <a:t>() function) feature has the highest mutual information score of </a:t>
            </a:r>
            <a:r>
              <a:rPr lang="en-ZA" sz="1200" b="0" i="0" dirty="0">
                <a:solidFill>
                  <a:srgbClr val="000000"/>
                </a:solidFill>
                <a:effectLst/>
                <a:latin typeface="Helvetica Neue"/>
              </a:rPr>
              <a:t>0.367517</a:t>
            </a:r>
            <a:r>
              <a:rPr lang="en-US" altLang="en-US" sz="1600" dirty="0">
                <a:latin typeface="Calibri" panose="020F0502020204030204" pitchFamily="34" charset="0"/>
              </a:rPr>
              <a:t> compared to the other features.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It can be combined with one other feature(mostly the </a:t>
            </a:r>
            <a:r>
              <a:rPr lang="en-US" altLang="en-US" sz="1600" dirty="0" err="1">
                <a:latin typeface="Calibri" panose="020F0502020204030204" pitchFamily="34" charset="0"/>
              </a:rPr>
              <a:t>javascript</a:t>
            </a:r>
            <a:r>
              <a:rPr lang="en-US" altLang="en-US" sz="1600" dirty="0">
                <a:latin typeface="Calibri" panose="020F0502020204030204" pitchFamily="34" charset="0"/>
              </a:rPr>
              <a:t> functions) to correctly classify the URLS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Random Forest has the highest accuracy score of 99.8%, when using index and eval features</a:t>
            </a:r>
          </a:p>
          <a:p>
            <a:pPr marL="1028700" lvl="1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The accuracy is higher when compared to Random Forest when using all the features, this shows that some noise was removed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D229D5-1CEB-CC64-D695-0C1A113DD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638" y="1422675"/>
            <a:ext cx="4717152" cy="29473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FD246B-42F2-129B-1574-8A8218BF2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228" y="1422675"/>
            <a:ext cx="41814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90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2410D6D-47B6-C34C-8E44-F138D7D61F9E}"/>
              </a:ext>
            </a:extLst>
          </p:cNvPr>
          <p:cNvCxnSpPr>
            <a:cxnSpLocks/>
          </p:cNvCxnSpPr>
          <p:nvPr/>
        </p:nvCxnSpPr>
        <p:spPr>
          <a:xfrm>
            <a:off x="774448" y="4538409"/>
            <a:ext cx="10655552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reeform 78">
            <a:extLst>
              <a:ext uri="{FF2B5EF4-FFF2-40B4-BE49-F238E27FC236}">
                <a16:creationId xmlns:a16="http://schemas.microsoft.com/office/drawing/2014/main" id="{5CA027BD-6059-234D-8367-B2E78E3E16E4}"/>
              </a:ext>
            </a:extLst>
          </p:cNvPr>
          <p:cNvSpPr/>
          <p:nvPr/>
        </p:nvSpPr>
        <p:spPr>
          <a:xfrm>
            <a:off x="1421925" y="4284349"/>
            <a:ext cx="9913908" cy="463373"/>
          </a:xfrm>
          <a:custGeom>
            <a:avLst/>
            <a:gdLst>
              <a:gd name="connsiteX0" fmla="*/ 0 w 16747958"/>
              <a:gd name="connsiteY0" fmla="*/ 1540043 h 2237874"/>
              <a:gd name="connsiteX1" fmla="*/ 288758 w 16747958"/>
              <a:gd name="connsiteY1" fmla="*/ 1155032 h 2237874"/>
              <a:gd name="connsiteX2" fmla="*/ 433137 w 16747958"/>
              <a:gd name="connsiteY2" fmla="*/ 1010653 h 2237874"/>
              <a:gd name="connsiteX3" fmla="*/ 794084 w 16747958"/>
              <a:gd name="connsiteY3" fmla="*/ 721895 h 2237874"/>
              <a:gd name="connsiteX4" fmla="*/ 1179095 w 16747958"/>
              <a:gd name="connsiteY4" fmla="*/ 529390 h 2237874"/>
              <a:gd name="connsiteX5" fmla="*/ 1732547 w 16747958"/>
              <a:gd name="connsiteY5" fmla="*/ 336885 h 2237874"/>
              <a:gd name="connsiteX6" fmla="*/ 2093495 w 16747958"/>
              <a:gd name="connsiteY6" fmla="*/ 264695 h 2237874"/>
              <a:gd name="connsiteX7" fmla="*/ 2719137 w 16747958"/>
              <a:gd name="connsiteY7" fmla="*/ 144379 h 2237874"/>
              <a:gd name="connsiteX8" fmla="*/ 3537284 w 16747958"/>
              <a:gd name="connsiteY8" fmla="*/ 48127 h 2237874"/>
              <a:gd name="connsiteX9" fmla="*/ 4307305 w 16747958"/>
              <a:gd name="connsiteY9" fmla="*/ 0 h 2237874"/>
              <a:gd name="connsiteX10" fmla="*/ 5895474 w 16747958"/>
              <a:gd name="connsiteY10" fmla="*/ 48127 h 2237874"/>
              <a:gd name="connsiteX11" fmla="*/ 6545179 w 16747958"/>
              <a:gd name="connsiteY11" fmla="*/ 144379 h 2237874"/>
              <a:gd name="connsiteX12" fmla="*/ 7146758 w 16747958"/>
              <a:gd name="connsiteY12" fmla="*/ 240632 h 2237874"/>
              <a:gd name="connsiteX13" fmla="*/ 7531769 w 16747958"/>
              <a:gd name="connsiteY13" fmla="*/ 336885 h 2237874"/>
              <a:gd name="connsiteX14" fmla="*/ 7676147 w 16747958"/>
              <a:gd name="connsiteY14" fmla="*/ 360948 h 2237874"/>
              <a:gd name="connsiteX15" fmla="*/ 8061158 w 16747958"/>
              <a:gd name="connsiteY15" fmla="*/ 457200 h 2237874"/>
              <a:gd name="connsiteX16" fmla="*/ 8253663 w 16747958"/>
              <a:gd name="connsiteY16" fmla="*/ 529390 h 2237874"/>
              <a:gd name="connsiteX17" fmla="*/ 8614611 w 16747958"/>
              <a:gd name="connsiteY17" fmla="*/ 649706 h 2237874"/>
              <a:gd name="connsiteX18" fmla="*/ 8831179 w 16747958"/>
              <a:gd name="connsiteY18" fmla="*/ 721895 h 2237874"/>
              <a:gd name="connsiteX19" fmla="*/ 8999621 w 16747958"/>
              <a:gd name="connsiteY19" fmla="*/ 794085 h 2237874"/>
              <a:gd name="connsiteX20" fmla="*/ 9288379 w 16747958"/>
              <a:gd name="connsiteY20" fmla="*/ 890337 h 2237874"/>
              <a:gd name="connsiteX21" fmla="*/ 9480884 w 16747958"/>
              <a:gd name="connsiteY21" fmla="*/ 986590 h 2237874"/>
              <a:gd name="connsiteX22" fmla="*/ 9769642 w 16747958"/>
              <a:gd name="connsiteY22" fmla="*/ 1130969 h 2237874"/>
              <a:gd name="connsiteX23" fmla="*/ 9938084 w 16747958"/>
              <a:gd name="connsiteY23" fmla="*/ 1179095 h 2237874"/>
              <a:gd name="connsiteX24" fmla="*/ 10539663 w 16747958"/>
              <a:gd name="connsiteY24" fmla="*/ 1419727 h 2237874"/>
              <a:gd name="connsiteX25" fmla="*/ 10852484 w 16747958"/>
              <a:gd name="connsiteY25" fmla="*/ 1515979 h 2237874"/>
              <a:gd name="connsiteX26" fmla="*/ 11165305 w 16747958"/>
              <a:gd name="connsiteY26" fmla="*/ 1636295 h 2237874"/>
              <a:gd name="connsiteX27" fmla="*/ 12729411 w 16747958"/>
              <a:gd name="connsiteY27" fmla="*/ 2021306 h 2237874"/>
              <a:gd name="connsiteX28" fmla="*/ 13090358 w 16747958"/>
              <a:gd name="connsiteY28" fmla="*/ 2093495 h 2237874"/>
              <a:gd name="connsiteX29" fmla="*/ 13306926 w 16747958"/>
              <a:gd name="connsiteY29" fmla="*/ 2117558 h 2237874"/>
              <a:gd name="connsiteX30" fmla="*/ 13980695 w 16747958"/>
              <a:gd name="connsiteY30" fmla="*/ 2213811 h 2237874"/>
              <a:gd name="connsiteX31" fmla="*/ 14461958 w 16747958"/>
              <a:gd name="connsiteY31" fmla="*/ 2237874 h 2237874"/>
              <a:gd name="connsiteX32" fmla="*/ 14702590 w 16747958"/>
              <a:gd name="connsiteY32" fmla="*/ 2213811 h 2237874"/>
              <a:gd name="connsiteX33" fmla="*/ 14991347 w 16747958"/>
              <a:gd name="connsiteY33" fmla="*/ 2165685 h 2237874"/>
              <a:gd name="connsiteX34" fmla="*/ 15207916 w 16747958"/>
              <a:gd name="connsiteY34" fmla="*/ 2069432 h 2237874"/>
              <a:gd name="connsiteX35" fmla="*/ 15400421 w 16747958"/>
              <a:gd name="connsiteY35" fmla="*/ 1949116 h 2237874"/>
              <a:gd name="connsiteX36" fmla="*/ 15641053 w 16747958"/>
              <a:gd name="connsiteY36" fmla="*/ 1804737 h 2237874"/>
              <a:gd name="connsiteX37" fmla="*/ 15761369 w 16747958"/>
              <a:gd name="connsiteY37" fmla="*/ 1756611 h 2237874"/>
              <a:gd name="connsiteX38" fmla="*/ 15881684 w 16747958"/>
              <a:gd name="connsiteY38" fmla="*/ 1636295 h 2237874"/>
              <a:gd name="connsiteX39" fmla="*/ 16170442 w 16747958"/>
              <a:gd name="connsiteY39" fmla="*/ 1371600 h 2237874"/>
              <a:gd name="connsiteX40" fmla="*/ 16290758 w 16747958"/>
              <a:gd name="connsiteY40" fmla="*/ 1203158 h 2237874"/>
              <a:gd name="connsiteX41" fmla="*/ 16483263 w 16747958"/>
              <a:gd name="connsiteY41" fmla="*/ 986590 h 2237874"/>
              <a:gd name="connsiteX42" fmla="*/ 16579516 w 16747958"/>
              <a:gd name="connsiteY42" fmla="*/ 842211 h 2237874"/>
              <a:gd name="connsiteX43" fmla="*/ 16627642 w 16747958"/>
              <a:gd name="connsiteY43" fmla="*/ 770022 h 2237874"/>
              <a:gd name="connsiteX44" fmla="*/ 16675769 w 16747958"/>
              <a:gd name="connsiteY44" fmla="*/ 673769 h 2237874"/>
              <a:gd name="connsiteX45" fmla="*/ 16723895 w 16747958"/>
              <a:gd name="connsiteY45" fmla="*/ 601579 h 2237874"/>
              <a:gd name="connsiteX46" fmla="*/ 16747958 w 16747958"/>
              <a:gd name="connsiteY46" fmla="*/ 529390 h 2237874"/>
              <a:gd name="connsiteX0" fmla="*/ 0 w 16747958"/>
              <a:gd name="connsiteY0" fmla="*/ 1540043 h 2237874"/>
              <a:gd name="connsiteX1" fmla="*/ 433137 w 16747958"/>
              <a:gd name="connsiteY1" fmla="*/ 1010653 h 2237874"/>
              <a:gd name="connsiteX2" fmla="*/ 794084 w 16747958"/>
              <a:gd name="connsiteY2" fmla="*/ 721895 h 2237874"/>
              <a:gd name="connsiteX3" fmla="*/ 1179095 w 16747958"/>
              <a:gd name="connsiteY3" fmla="*/ 529390 h 2237874"/>
              <a:gd name="connsiteX4" fmla="*/ 1732547 w 16747958"/>
              <a:gd name="connsiteY4" fmla="*/ 336885 h 2237874"/>
              <a:gd name="connsiteX5" fmla="*/ 2093495 w 16747958"/>
              <a:gd name="connsiteY5" fmla="*/ 264695 h 2237874"/>
              <a:gd name="connsiteX6" fmla="*/ 2719137 w 16747958"/>
              <a:gd name="connsiteY6" fmla="*/ 144379 h 2237874"/>
              <a:gd name="connsiteX7" fmla="*/ 3537284 w 16747958"/>
              <a:gd name="connsiteY7" fmla="*/ 48127 h 2237874"/>
              <a:gd name="connsiteX8" fmla="*/ 4307305 w 16747958"/>
              <a:gd name="connsiteY8" fmla="*/ 0 h 2237874"/>
              <a:gd name="connsiteX9" fmla="*/ 5895474 w 16747958"/>
              <a:gd name="connsiteY9" fmla="*/ 48127 h 2237874"/>
              <a:gd name="connsiteX10" fmla="*/ 6545179 w 16747958"/>
              <a:gd name="connsiteY10" fmla="*/ 144379 h 2237874"/>
              <a:gd name="connsiteX11" fmla="*/ 7146758 w 16747958"/>
              <a:gd name="connsiteY11" fmla="*/ 240632 h 2237874"/>
              <a:gd name="connsiteX12" fmla="*/ 7531769 w 16747958"/>
              <a:gd name="connsiteY12" fmla="*/ 336885 h 2237874"/>
              <a:gd name="connsiteX13" fmla="*/ 7676147 w 16747958"/>
              <a:gd name="connsiteY13" fmla="*/ 360948 h 2237874"/>
              <a:gd name="connsiteX14" fmla="*/ 8061158 w 16747958"/>
              <a:gd name="connsiteY14" fmla="*/ 457200 h 2237874"/>
              <a:gd name="connsiteX15" fmla="*/ 8253663 w 16747958"/>
              <a:gd name="connsiteY15" fmla="*/ 529390 h 2237874"/>
              <a:gd name="connsiteX16" fmla="*/ 8614611 w 16747958"/>
              <a:gd name="connsiteY16" fmla="*/ 649706 h 2237874"/>
              <a:gd name="connsiteX17" fmla="*/ 8831179 w 16747958"/>
              <a:gd name="connsiteY17" fmla="*/ 721895 h 2237874"/>
              <a:gd name="connsiteX18" fmla="*/ 8999621 w 16747958"/>
              <a:gd name="connsiteY18" fmla="*/ 794085 h 2237874"/>
              <a:gd name="connsiteX19" fmla="*/ 9288379 w 16747958"/>
              <a:gd name="connsiteY19" fmla="*/ 890337 h 2237874"/>
              <a:gd name="connsiteX20" fmla="*/ 9480884 w 16747958"/>
              <a:gd name="connsiteY20" fmla="*/ 986590 h 2237874"/>
              <a:gd name="connsiteX21" fmla="*/ 9769642 w 16747958"/>
              <a:gd name="connsiteY21" fmla="*/ 1130969 h 2237874"/>
              <a:gd name="connsiteX22" fmla="*/ 9938084 w 16747958"/>
              <a:gd name="connsiteY22" fmla="*/ 1179095 h 2237874"/>
              <a:gd name="connsiteX23" fmla="*/ 10539663 w 16747958"/>
              <a:gd name="connsiteY23" fmla="*/ 1419727 h 2237874"/>
              <a:gd name="connsiteX24" fmla="*/ 10852484 w 16747958"/>
              <a:gd name="connsiteY24" fmla="*/ 1515979 h 2237874"/>
              <a:gd name="connsiteX25" fmla="*/ 11165305 w 16747958"/>
              <a:gd name="connsiteY25" fmla="*/ 1636295 h 2237874"/>
              <a:gd name="connsiteX26" fmla="*/ 12729411 w 16747958"/>
              <a:gd name="connsiteY26" fmla="*/ 2021306 h 2237874"/>
              <a:gd name="connsiteX27" fmla="*/ 13090358 w 16747958"/>
              <a:gd name="connsiteY27" fmla="*/ 2093495 h 2237874"/>
              <a:gd name="connsiteX28" fmla="*/ 13306926 w 16747958"/>
              <a:gd name="connsiteY28" fmla="*/ 2117558 h 2237874"/>
              <a:gd name="connsiteX29" fmla="*/ 13980695 w 16747958"/>
              <a:gd name="connsiteY29" fmla="*/ 2213811 h 2237874"/>
              <a:gd name="connsiteX30" fmla="*/ 14461958 w 16747958"/>
              <a:gd name="connsiteY30" fmla="*/ 2237874 h 2237874"/>
              <a:gd name="connsiteX31" fmla="*/ 14702590 w 16747958"/>
              <a:gd name="connsiteY31" fmla="*/ 2213811 h 2237874"/>
              <a:gd name="connsiteX32" fmla="*/ 14991347 w 16747958"/>
              <a:gd name="connsiteY32" fmla="*/ 2165685 h 2237874"/>
              <a:gd name="connsiteX33" fmla="*/ 15207916 w 16747958"/>
              <a:gd name="connsiteY33" fmla="*/ 2069432 h 2237874"/>
              <a:gd name="connsiteX34" fmla="*/ 15400421 w 16747958"/>
              <a:gd name="connsiteY34" fmla="*/ 1949116 h 2237874"/>
              <a:gd name="connsiteX35" fmla="*/ 15641053 w 16747958"/>
              <a:gd name="connsiteY35" fmla="*/ 1804737 h 2237874"/>
              <a:gd name="connsiteX36" fmla="*/ 15761369 w 16747958"/>
              <a:gd name="connsiteY36" fmla="*/ 1756611 h 2237874"/>
              <a:gd name="connsiteX37" fmla="*/ 15881684 w 16747958"/>
              <a:gd name="connsiteY37" fmla="*/ 1636295 h 2237874"/>
              <a:gd name="connsiteX38" fmla="*/ 16170442 w 16747958"/>
              <a:gd name="connsiteY38" fmla="*/ 1371600 h 2237874"/>
              <a:gd name="connsiteX39" fmla="*/ 16290758 w 16747958"/>
              <a:gd name="connsiteY39" fmla="*/ 1203158 h 2237874"/>
              <a:gd name="connsiteX40" fmla="*/ 16483263 w 16747958"/>
              <a:gd name="connsiteY40" fmla="*/ 986590 h 2237874"/>
              <a:gd name="connsiteX41" fmla="*/ 16579516 w 16747958"/>
              <a:gd name="connsiteY41" fmla="*/ 842211 h 2237874"/>
              <a:gd name="connsiteX42" fmla="*/ 16627642 w 16747958"/>
              <a:gd name="connsiteY42" fmla="*/ 770022 h 2237874"/>
              <a:gd name="connsiteX43" fmla="*/ 16675769 w 16747958"/>
              <a:gd name="connsiteY43" fmla="*/ 673769 h 2237874"/>
              <a:gd name="connsiteX44" fmla="*/ 16723895 w 16747958"/>
              <a:gd name="connsiteY44" fmla="*/ 601579 h 2237874"/>
              <a:gd name="connsiteX45" fmla="*/ 16747958 w 16747958"/>
              <a:gd name="connsiteY45" fmla="*/ 529390 h 2237874"/>
              <a:gd name="connsiteX0" fmla="*/ 0 w 16747958"/>
              <a:gd name="connsiteY0" fmla="*/ 1540043 h 2237874"/>
              <a:gd name="connsiteX1" fmla="*/ 433137 w 16747958"/>
              <a:gd name="connsiteY1" fmla="*/ 1010653 h 2237874"/>
              <a:gd name="connsiteX2" fmla="*/ 1179095 w 16747958"/>
              <a:gd name="connsiteY2" fmla="*/ 529390 h 2237874"/>
              <a:gd name="connsiteX3" fmla="*/ 1732547 w 16747958"/>
              <a:gd name="connsiteY3" fmla="*/ 336885 h 2237874"/>
              <a:gd name="connsiteX4" fmla="*/ 2093495 w 16747958"/>
              <a:gd name="connsiteY4" fmla="*/ 264695 h 2237874"/>
              <a:gd name="connsiteX5" fmla="*/ 2719137 w 16747958"/>
              <a:gd name="connsiteY5" fmla="*/ 144379 h 2237874"/>
              <a:gd name="connsiteX6" fmla="*/ 3537284 w 16747958"/>
              <a:gd name="connsiteY6" fmla="*/ 48127 h 2237874"/>
              <a:gd name="connsiteX7" fmla="*/ 4307305 w 16747958"/>
              <a:gd name="connsiteY7" fmla="*/ 0 h 2237874"/>
              <a:gd name="connsiteX8" fmla="*/ 5895474 w 16747958"/>
              <a:gd name="connsiteY8" fmla="*/ 48127 h 2237874"/>
              <a:gd name="connsiteX9" fmla="*/ 6545179 w 16747958"/>
              <a:gd name="connsiteY9" fmla="*/ 144379 h 2237874"/>
              <a:gd name="connsiteX10" fmla="*/ 7146758 w 16747958"/>
              <a:gd name="connsiteY10" fmla="*/ 240632 h 2237874"/>
              <a:gd name="connsiteX11" fmla="*/ 7531769 w 16747958"/>
              <a:gd name="connsiteY11" fmla="*/ 336885 h 2237874"/>
              <a:gd name="connsiteX12" fmla="*/ 7676147 w 16747958"/>
              <a:gd name="connsiteY12" fmla="*/ 360948 h 2237874"/>
              <a:gd name="connsiteX13" fmla="*/ 8061158 w 16747958"/>
              <a:gd name="connsiteY13" fmla="*/ 457200 h 2237874"/>
              <a:gd name="connsiteX14" fmla="*/ 8253663 w 16747958"/>
              <a:gd name="connsiteY14" fmla="*/ 529390 h 2237874"/>
              <a:gd name="connsiteX15" fmla="*/ 8614611 w 16747958"/>
              <a:gd name="connsiteY15" fmla="*/ 649706 h 2237874"/>
              <a:gd name="connsiteX16" fmla="*/ 8831179 w 16747958"/>
              <a:gd name="connsiteY16" fmla="*/ 721895 h 2237874"/>
              <a:gd name="connsiteX17" fmla="*/ 8999621 w 16747958"/>
              <a:gd name="connsiteY17" fmla="*/ 794085 h 2237874"/>
              <a:gd name="connsiteX18" fmla="*/ 9288379 w 16747958"/>
              <a:gd name="connsiteY18" fmla="*/ 890337 h 2237874"/>
              <a:gd name="connsiteX19" fmla="*/ 9480884 w 16747958"/>
              <a:gd name="connsiteY19" fmla="*/ 986590 h 2237874"/>
              <a:gd name="connsiteX20" fmla="*/ 9769642 w 16747958"/>
              <a:gd name="connsiteY20" fmla="*/ 1130969 h 2237874"/>
              <a:gd name="connsiteX21" fmla="*/ 9938084 w 16747958"/>
              <a:gd name="connsiteY21" fmla="*/ 1179095 h 2237874"/>
              <a:gd name="connsiteX22" fmla="*/ 10539663 w 16747958"/>
              <a:gd name="connsiteY22" fmla="*/ 1419727 h 2237874"/>
              <a:gd name="connsiteX23" fmla="*/ 10852484 w 16747958"/>
              <a:gd name="connsiteY23" fmla="*/ 1515979 h 2237874"/>
              <a:gd name="connsiteX24" fmla="*/ 11165305 w 16747958"/>
              <a:gd name="connsiteY24" fmla="*/ 1636295 h 2237874"/>
              <a:gd name="connsiteX25" fmla="*/ 12729411 w 16747958"/>
              <a:gd name="connsiteY25" fmla="*/ 2021306 h 2237874"/>
              <a:gd name="connsiteX26" fmla="*/ 13090358 w 16747958"/>
              <a:gd name="connsiteY26" fmla="*/ 2093495 h 2237874"/>
              <a:gd name="connsiteX27" fmla="*/ 13306926 w 16747958"/>
              <a:gd name="connsiteY27" fmla="*/ 2117558 h 2237874"/>
              <a:gd name="connsiteX28" fmla="*/ 13980695 w 16747958"/>
              <a:gd name="connsiteY28" fmla="*/ 2213811 h 2237874"/>
              <a:gd name="connsiteX29" fmla="*/ 14461958 w 16747958"/>
              <a:gd name="connsiteY29" fmla="*/ 2237874 h 2237874"/>
              <a:gd name="connsiteX30" fmla="*/ 14702590 w 16747958"/>
              <a:gd name="connsiteY30" fmla="*/ 2213811 h 2237874"/>
              <a:gd name="connsiteX31" fmla="*/ 14991347 w 16747958"/>
              <a:gd name="connsiteY31" fmla="*/ 2165685 h 2237874"/>
              <a:gd name="connsiteX32" fmla="*/ 15207916 w 16747958"/>
              <a:gd name="connsiteY32" fmla="*/ 2069432 h 2237874"/>
              <a:gd name="connsiteX33" fmla="*/ 15400421 w 16747958"/>
              <a:gd name="connsiteY33" fmla="*/ 1949116 h 2237874"/>
              <a:gd name="connsiteX34" fmla="*/ 15641053 w 16747958"/>
              <a:gd name="connsiteY34" fmla="*/ 1804737 h 2237874"/>
              <a:gd name="connsiteX35" fmla="*/ 15761369 w 16747958"/>
              <a:gd name="connsiteY35" fmla="*/ 1756611 h 2237874"/>
              <a:gd name="connsiteX36" fmla="*/ 15881684 w 16747958"/>
              <a:gd name="connsiteY36" fmla="*/ 1636295 h 2237874"/>
              <a:gd name="connsiteX37" fmla="*/ 16170442 w 16747958"/>
              <a:gd name="connsiteY37" fmla="*/ 1371600 h 2237874"/>
              <a:gd name="connsiteX38" fmla="*/ 16290758 w 16747958"/>
              <a:gd name="connsiteY38" fmla="*/ 1203158 h 2237874"/>
              <a:gd name="connsiteX39" fmla="*/ 16483263 w 16747958"/>
              <a:gd name="connsiteY39" fmla="*/ 986590 h 2237874"/>
              <a:gd name="connsiteX40" fmla="*/ 16579516 w 16747958"/>
              <a:gd name="connsiteY40" fmla="*/ 842211 h 2237874"/>
              <a:gd name="connsiteX41" fmla="*/ 16627642 w 16747958"/>
              <a:gd name="connsiteY41" fmla="*/ 770022 h 2237874"/>
              <a:gd name="connsiteX42" fmla="*/ 16675769 w 16747958"/>
              <a:gd name="connsiteY42" fmla="*/ 673769 h 2237874"/>
              <a:gd name="connsiteX43" fmla="*/ 16723895 w 16747958"/>
              <a:gd name="connsiteY43" fmla="*/ 601579 h 2237874"/>
              <a:gd name="connsiteX44" fmla="*/ 16747958 w 16747958"/>
              <a:gd name="connsiteY44" fmla="*/ 529390 h 2237874"/>
              <a:gd name="connsiteX0" fmla="*/ 0 w 16747958"/>
              <a:gd name="connsiteY0" fmla="*/ 1540043 h 2237874"/>
              <a:gd name="connsiteX1" fmla="*/ 433137 w 16747958"/>
              <a:gd name="connsiteY1" fmla="*/ 1010653 h 2237874"/>
              <a:gd name="connsiteX2" fmla="*/ 1179095 w 16747958"/>
              <a:gd name="connsiteY2" fmla="*/ 529390 h 2237874"/>
              <a:gd name="connsiteX3" fmla="*/ 2093495 w 16747958"/>
              <a:gd name="connsiteY3" fmla="*/ 264695 h 2237874"/>
              <a:gd name="connsiteX4" fmla="*/ 2719137 w 16747958"/>
              <a:gd name="connsiteY4" fmla="*/ 144379 h 2237874"/>
              <a:gd name="connsiteX5" fmla="*/ 3537284 w 16747958"/>
              <a:gd name="connsiteY5" fmla="*/ 48127 h 2237874"/>
              <a:gd name="connsiteX6" fmla="*/ 4307305 w 16747958"/>
              <a:gd name="connsiteY6" fmla="*/ 0 h 2237874"/>
              <a:gd name="connsiteX7" fmla="*/ 5895474 w 16747958"/>
              <a:gd name="connsiteY7" fmla="*/ 48127 h 2237874"/>
              <a:gd name="connsiteX8" fmla="*/ 6545179 w 16747958"/>
              <a:gd name="connsiteY8" fmla="*/ 144379 h 2237874"/>
              <a:gd name="connsiteX9" fmla="*/ 7146758 w 16747958"/>
              <a:gd name="connsiteY9" fmla="*/ 240632 h 2237874"/>
              <a:gd name="connsiteX10" fmla="*/ 7531769 w 16747958"/>
              <a:gd name="connsiteY10" fmla="*/ 336885 h 2237874"/>
              <a:gd name="connsiteX11" fmla="*/ 7676147 w 16747958"/>
              <a:gd name="connsiteY11" fmla="*/ 360948 h 2237874"/>
              <a:gd name="connsiteX12" fmla="*/ 8061158 w 16747958"/>
              <a:gd name="connsiteY12" fmla="*/ 457200 h 2237874"/>
              <a:gd name="connsiteX13" fmla="*/ 8253663 w 16747958"/>
              <a:gd name="connsiteY13" fmla="*/ 529390 h 2237874"/>
              <a:gd name="connsiteX14" fmla="*/ 8614611 w 16747958"/>
              <a:gd name="connsiteY14" fmla="*/ 649706 h 2237874"/>
              <a:gd name="connsiteX15" fmla="*/ 8831179 w 16747958"/>
              <a:gd name="connsiteY15" fmla="*/ 721895 h 2237874"/>
              <a:gd name="connsiteX16" fmla="*/ 8999621 w 16747958"/>
              <a:gd name="connsiteY16" fmla="*/ 794085 h 2237874"/>
              <a:gd name="connsiteX17" fmla="*/ 9288379 w 16747958"/>
              <a:gd name="connsiteY17" fmla="*/ 890337 h 2237874"/>
              <a:gd name="connsiteX18" fmla="*/ 9480884 w 16747958"/>
              <a:gd name="connsiteY18" fmla="*/ 986590 h 2237874"/>
              <a:gd name="connsiteX19" fmla="*/ 9769642 w 16747958"/>
              <a:gd name="connsiteY19" fmla="*/ 1130969 h 2237874"/>
              <a:gd name="connsiteX20" fmla="*/ 9938084 w 16747958"/>
              <a:gd name="connsiteY20" fmla="*/ 1179095 h 2237874"/>
              <a:gd name="connsiteX21" fmla="*/ 10539663 w 16747958"/>
              <a:gd name="connsiteY21" fmla="*/ 1419727 h 2237874"/>
              <a:gd name="connsiteX22" fmla="*/ 10852484 w 16747958"/>
              <a:gd name="connsiteY22" fmla="*/ 1515979 h 2237874"/>
              <a:gd name="connsiteX23" fmla="*/ 11165305 w 16747958"/>
              <a:gd name="connsiteY23" fmla="*/ 1636295 h 2237874"/>
              <a:gd name="connsiteX24" fmla="*/ 12729411 w 16747958"/>
              <a:gd name="connsiteY24" fmla="*/ 2021306 h 2237874"/>
              <a:gd name="connsiteX25" fmla="*/ 13090358 w 16747958"/>
              <a:gd name="connsiteY25" fmla="*/ 2093495 h 2237874"/>
              <a:gd name="connsiteX26" fmla="*/ 13306926 w 16747958"/>
              <a:gd name="connsiteY26" fmla="*/ 2117558 h 2237874"/>
              <a:gd name="connsiteX27" fmla="*/ 13980695 w 16747958"/>
              <a:gd name="connsiteY27" fmla="*/ 2213811 h 2237874"/>
              <a:gd name="connsiteX28" fmla="*/ 14461958 w 16747958"/>
              <a:gd name="connsiteY28" fmla="*/ 2237874 h 2237874"/>
              <a:gd name="connsiteX29" fmla="*/ 14702590 w 16747958"/>
              <a:gd name="connsiteY29" fmla="*/ 2213811 h 2237874"/>
              <a:gd name="connsiteX30" fmla="*/ 14991347 w 16747958"/>
              <a:gd name="connsiteY30" fmla="*/ 2165685 h 2237874"/>
              <a:gd name="connsiteX31" fmla="*/ 15207916 w 16747958"/>
              <a:gd name="connsiteY31" fmla="*/ 2069432 h 2237874"/>
              <a:gd name="connsiteX32" fmla="*/ 15400421 w 16747958"/>
              <a:gd name="connsiteY32" fmla="*/ 1949116 h 2237874"/>
              <a:gd name="connsiteX33" fmla="*/ 15641053 w 16747958"/>
              <a:gd name="connsiteY33" fmla="*/ 1804737 h 2237874"/>
              <a:gd name="connsiteX34" fmla="*/ 15761369 w 16747958"/>
              <a:gd name="connsiteY34" fmla="*/ 1756611 h 2237874"/>
              <a:gd name="connsiteX35" fmla="*/ 15881684 w 16747958"/>
              <a:gd name="connsiteY35" fmla="*/ 1636295 h 2237874"/>
              <a:gd name="connsiteX36" fmla="*/ 16170442 w 16747958"/>
              <a:gd name="connsiteY36" fmla="*/ 1371600 h 2237874"/>
              <a:gd name="connsiteX37" fmla="*/ 16290758 w 16747958"/>
              <a:gd name="connsiteY37" fmla="*/ 1203158 h 2237874"/>
              <a:gd name="connsiteX38" fmla="*/ 16483263 w 16747958"/>
              <a:gd name="connsiteY38" fmla="*/ 986590 h 2237874"/>
              <a:gd name="connsiteX39" fmla="*/ 16579516 w 16747958"/>
              <a:gd name="connsiteY39" fmla="*/ 842211 h 2237874"/>
              <a:gd name="connsiteX40" fmla="*/ 16627642 w 16747958"/>
              <a:gd name="connsiteY40" fmla="*/ 770022 h 2237874"/>
              <a:gd name="connsiteX41" fmla="*/ 16675769 w 16747958"/>
              <a:gd name="connsiteY41" fmla="*/ 673769 h 2237874"/>
              <a:gd name="connsiteX42" fmla="*/ 16723895 w 16747958"/>
              <a:gd name="connsiteY42" fmla="*/ 601579 h 2237874"/>
              <a:gd name="connsiteX43" fmla="*/ 16747958 w 16747958"/>
              <a:gd name="connsiteY43" fmla="*/ 529390 h 2237874"/>
              <a:gd name="connsiteX0" fmla="*/ 0 w 16747958"/>
              <a:gd name="connsiteY0" fmla="*/ 1540043 h 2237874"/>
              <a:gd name="connsiteX1" fmla="*/ 433137 w 16747958"/>
              <a:gd name="connsiteY1" fmla="*/ 1010653 h 2237874"/>
              <a:gd name="connsiteX2" fmla="*/ 1179095 w 16747958"/>
              <a:gd name="connsiteY2" fmla="*/ 529390 h 2237874"/>
              <a:gd name="connsiteX3" fmla="*/ 2093495 w 16747958"/>
              <a:gd name="connsiteY3" fmla="*/ 264695 h 2237874"/>
              <a:gd name="connsiteX4" fmla="*/ 3537284 w 16747958"/>
              <a:gd name="connsiteY4" fmla="*/ 48127 h 2237874"/>
              <a:gd name="connsiteX5" fmla="*/ 4307305 w 16747958"/>
              <a:gd name="connsiteY5" fmla="*/ 0 h 2237874"/>
              <a:gd name="connsiteX6" fmla="*/ 5895474 w 16747958"/>
              <a:gd name="connsiteY6" fmla="*/ 48127 h 2237874"/>
              <a:gd name="connsiteX7" fmla="*/ 6545179 w 16747958"/>
              <a:gd name="connsiteY7" fmla="*/ 144379 h 2237874"/>
              <a:gd name="connsiteX8" fmla="*/ 7146758 w 16747958"/>
              <a:gd name="connsiteY8" fmla="*/ 240632 h 2237874"/>
              <a:gd name="connsiteX9" fmla="*/ 7531769 w 16747958"/>
              <a:gd name="connsiteY9" fmla="*/ 336885 h 2237874"/>
              <a:gd name="connsiteX10" fmla="*/ 7676147 w 16747958"/>
              <a:gd name="connsiteY10" fmla="*/ 360948 h 2237874"/>
              <a:gd name="connsiteX11" fmla="*/ 8061158 w 16747958"/>
              <a:gd name="connsiteY11" fmla="*/ 457200 h 2237874"/>
              <a:gd name="connsiteX12" fmla="*/ 8253663 w 16747958"/>
              <a:gd name="connsiteY12" fmla="*/ 529390 h 2237874"/>
              <a:gd name="connsiteX13" fmla="*/ 8614611 w 16747958"/>
              <a:gd name="connsiteY13" fmla="*/ 649706 h 2237874"/>
              <a:gd name="connsiteX14" fmla="*/ 8831179 w 16747958"/>
              <a:gd name="connsiteY14" fmla="*/ 721895 h 2237874"/>
              <a:gd name="connsiteX15" fmla="*/ 8999621 w 16747958"/>
              <a:gd name="connsiteY15" fmla="*/ 794085 h 2237874"/>
              <a:gd name="connsiteX16" fmla="*/ 9288379 w 16747958"/>
              <a:gd name="connsiteY16" fmla="*/ 890337 h 2237874"/>
              <a:gd name="connsiteX17" fmla="*/ 9480884 w 16747958"/>
              <a:gd name="connsiteY17" fmla="*/ 986590 h 2237874"/>
              <a:gd name="connsiteX18" fmla="*/ 9769642 w 16747958"/>
              <a:gd name="connsiteY18" fmla="*/ 1130969 h 2237874"/>
              <a:gd name="connsiteX19" fmla="*/ 9938084 w 16747958"/>
              <a:gd name="connsiteY19" fmla="*/ 1179095 h 2237874"/>
              <a:gd name="connsiteX20" fmla="*/ 10539663 w 16747958"/>
              <a:gd name="connsiteY20" fmla="*/ 1419727 h 2237874"/>
              <a:gd name="connsiteX21" fmla="*/ 10852484 w 16747958"/>
              <a:gd name="connsiteY21" fmla="*/ 1515979 h 2237874"/>
              <a:gd name="connsiteX22" fmla="*/ 11165305 w 16747958"/>
              <a:gd name="connsiteY22" fmla="*/ 1636295 h 2237874"/>
              <a:gd name="connsiteX23" fmla="*/ 12729411 w 16747958"/>
              <a:gd name="connsiteY23" fmla="*/ 2021306 h 2237874"/>
              <a:gd name="connsiteX24" fmla="*/ 13090358 w 16747958"/>
              <a:gd name="connsiteY24" fmla="*/ 2093495 h 2237874"/>
              <a:gd name="connsiteX25" fmla="*/ 13306926 w 16747958"/>
              <a:gd name="connsiteY25" fmla="*/ 2117558 h 2237874"/>
              <a:gd name="connsiteX26" fmla="*/ 13980695 w 16747958"/>
              <a:gd name="connsiteY26" fmla="*/ 2213811 h 2237874"/>
              <a:gd name="connsiteX27" fmla="*/ 14461958 w 16747958"/>
              <a:gd name="connsiteY27" fmla="*/ 2237874 h 2237874"/>
              <a:gd name="connsiteX28" fmla="*/ 14702590 w 16747958"/>
              <a:gd name="connsiteY28" fmla="*/ 2213811 h 2237874"/>
              <a:gd name="connsiteX29" fmla="*/ 14991347 w 16747958"/>
              <a:gd name="connsiteY29" fmla="*/ 2165685 h 2237874"/>
              <a:gd name="connsiteX30" fmla="*/ 15207916 w 16747958"/>
              <a:gd name="connsiteY30" fmla="*/ 2069432 h 2237874"/>
              <a:gd name="connsiteX31" fmla="*/ 15400421 w 16747958"/>
              <a:gd name="connsiteY31" fmla="*/ 1949116 h 2237874"/>
              <a:gd name="connsiteX32" fmla="*/ 15641053 w 16747958"/>
              <a:gd name="connsiteY32" fmla="*/ 1804737 h 2237874"/>
              <a:gd name="connsiteX33" fmla="*/ 15761369 w 16747958"/>
              <a:gd name="connsiteY33" fmla="*/ 1756611 h 2237874"/>
              <a:gd name="connsiteX34" fmla="*/ 15881684 w 16747958"/>
              <a:gd name="connsiteY34" fmla="*/ 1636295 h 2237874"/>
              <a:gd name="connsiteX35" fmla="*/ 16170442 w 16747958"/>
              <a:gd name="connsiteY35" fmla="*/ 1371600 h 2237874"/>
              <a:gd name="connsiteX36" fmla="*/ 16290758 w 16747958"/>
              <a:gd name="connsiteY36" fmla="*/ 1203158 h 2237874"/>
              <a:gd name="connsiteX37" fmla="*/ 16483263 w 16747958"/>
              <a:gd name="connsiteY37" fmla="*/ 986590 h 2237874"/>
              <a:gd name="connsiteX38" fmla="*/ 16579516 w 16747958"/>
              <a:gd name="connsiteY38" fmla="*/ 842211 h 2237874"/>
              <a:gd name="connsiteX39" fmla="*/ 16627642 w 16747958"/>
              <a:gd name="connsiteY39" fmla="*/ 770022 h 2237874"/>
              <a:gd name="connsiteX40" fmla="*/ 16675769 w 16747958"/>
              <a:gd name="connsiteY40" fmla="*/ 673769 h 2237874"/>
              <a:gd name="connsiteX41" fmla="*/ 16723895 w 16747958"/>
              <a:gd name="connsiteY41" fmla="*/ 601579 h 2237874"/>
              <a:gd name="connsiteX42" fmla="*/ 16747958 w 16747958"/>
              <a:gd name="connsiteY42" fmla="*/ 529390 h 2237874"/>
              <a:gd name="connsiteX0" fmla="*/ 0 w 16747958"/>
              <a:gd name="connsiteY0" fmla="*/ 1512145 h 2209976"/>
              <a:gd name="connsiteX1" fmla="*/ 433137 w 16747958"/>
              <a:gd name="connsiteY1" fmla="*/ 982755 h 2209976"/>
              <a:gd name="connsiteX2" fmla="*/ 1179095 w 16747958"/>
              <a:gd name="connsiteY2" fmla="*/ 501492 h 2209976"/>
              <a:gd name="connsiteX3" fmla="*/ 2093495 w 16747958"/>
              <a:gd name="connsiteY3" fmla="*/ 236797 h 2209976"/>
              <a:gd name="connsiteX4" fmla="*/ 3537284 w 16747958"/>
              <a:gd name="connsiteY4" fmla="*/ 20229 h 2209976"/>
              <a:gd name="connsiteX5" fmla="*/ 5895474 w 16747958"/>
              <a:gd name="connsiteY5" fmla="*/ 20229 h 2209976"/>
              <a:gd name="connsiteX6" fmla="*/ 6545179 w 16747958"/>
              <a:gd name="connsiteY6" fmla="*/ 116481 h 2209976"/>
              <a:gd name="connsiteX7" fmla="*/ 7146758 w 16747958"/>
              <a:gd name="connsiteY7" fmla="*/ 212734 h 2209976"/>
              <a:gd name="connsiteX8" fmla="*/ 7531769 w 16747958"/>
              <a:gd name="connsiteY8" fmla="*/ 308987 h 2209976"/>
              <a:gd name="connsiteX9" fmla="*/ 7676147 w 16747958"/>
              <a:gd name="connsiteY9" fmla="*/ 333050 h 2209976"/>
              <a:gd name="connsiteX10" fmla="*/ 8061158 w 16747958"/>
              <a:gd name="connsiteY10" fmla="*/ 429302 h 2209976"/>
              <a:gd name="connsiteX11" fmla="*/ 8253663 w 16747958"/>
              <a:gd name="connsiteY11" fmla="*/ 501492 h 2209976"/>
              <a:gd name="connsiteX12" fmla="*/ 8614611 w 16747958"/>
              <a:gd name="connsiteY12" fmla="*/ 621808 h 2209976"/>
              <a:gd name="connsiteX13" fmla="*/ 8831179 w 16747958"/>
              <a:gd name="connsiteY13" fmla="*/ 693997 h 2209976"/>
              <a:gd name="connsiteX14" fmla="*/ 8999621 w 16747958"/>
              <a:gd name="connsiteY14" fmla="*/ 766187 h 2209976"/>
              <a:gd name="connsiteX15" fmla="*/ 9288379 w 16747958"/>
              <a:gd name="connsiteY15" fmla="*/ 862439 h 2209976"/>
              <a:gd name="connsiteX16" fmla="*/ 9480884 w 16747958"/>
              <a:gd name="connsiteY16" fmla="*/ 958692 h 2209976"/>
              <a:gd name="connsiteX17" fmla="*/ 9769642 w 16747958"/>
              <a:gd name="connsiteY17" fmla="*/ 1103071 h 2209976"/>
              <a:gd name="connsiteX18" fmla="*/ 9938084 w 16747958"/>
              <a:gd name="connsiteY18" fmla="*/ 1151197 h 2209976"/>
              <a:gd name="connsiteX19" fmla="*/ 10539663 w 16747958"/>
              <a:gd name="connsiteY19" fmla="*/ 1391829 h 2209976"/>
              <a:gd name="connsiteX20" fmla="*/ 10852484 w 16747958"/>
              <a:gd name="connsiteY20" fmla="*/ 1488081 h 2209976"/>
              <a:gd name="connsiteX21" fmla="*/ 11165305 w 16747958"/>
              <a:gd name="connsiteY21" fmla="*/ 1608397 h 2209976"/>
              <a:gd name="connsiteX22" fmla="*/ 12729411 w 16747958"/>
              <a:gd name="connsiteY22" fmla="*/ 1993408 h 2209976"/>
              <a:gd name="connsiteX23" fmla="*/ 13090358 w 16747958"/>
              <a:gd name="connsiteY23" fmla="*/ 2065597 h 2209976"/>
              <a:gd name="connsiteX24" fmla="*/ 13306926 w 16747958"/>
              <a:gd name="connsiteY24" fmla="*/ 2089660 h 2209976"/>
              <a:gd name="connsiteX25" fmla="*/ 13980695 w 16747958"/>
              <a:gd name="connsiteY25" fmla="*/ 2185913 h 2209976"/>
              <a:gd name="connsiteX26" fmla="*/ 14461958 w 16747958"/>
              <a:gd name="connsiteY26" fmla="*/ 2209976 h 2209976"/>
              <a:gd name="connsiteX27" fmla="*/ 14702590 w 16747958"/>
              <a:gd name="connsiteY27" fmla="*/ 2185913 h 2209976"/>
              <a:gd name="connsiteX28" fmla="*/ 14991347 w 16747958"/>
              <a:gd name="connsiteY28" fmla="*/ 2137787 h 2209976"/>
              <a:gd name="connsiteX29" fmla="*/ 15207916 w 16747958"/>
              <a:gd name="connsiteY29" fmla="*/ 2041534 h 2209976"/>
              <a:gd name="connsiteX30" fmla="*/ 15400421 w 16747958"/>
              <a:gd name="connsiteY30" fmla="*/ 1921218 h 2209976"/>
              <a:gd name="connsiteX31" fmla="*/ 15641053 w 16747958"/>
              <a:gd name="connsiteY31" fmla="*/ 1776839 h 2209976"/>
              <a:gd name="connsiteX32" fmla="*/ 15761369 w 16747958"/>
              <a:gd name="connsiteY32" fmla="*/ 1728713 h 2209976"/>
              <a:gd name="connsiteX33" fmla="*/ 15881684 w 16747958"/>
              <a:gd name="connsiteY33" fmla="*/ 1608397 h 2209976"/>
              <a:gd name="connsiteX34" fmla="*/ 16170442 w 16747958"/>
              <a:gd name="connsiteY34" fmla="*/ 1343702 h 2209976"/>
              <a:gd name="connsiteX35" fmla="*/ 16290758 w 16747958"/>
              <a:gd name="connsiteY35" fmla="*/ 1175260 h 2209976"/>
              <a:gd name="connsiteX36" fmla="*/ 16483263 w 16747958"/>
              <a:gd name="connsiteY36" fmla="*/ 958692 h 2209976"/>
              <a:gd name="connsiteX37" fmla="*/ 16579516 w 16747958"/>
              <a:gd name="connsiteY37" fmla="*/ 814313 h 2209976"/>
              <a:gd name="connsiteX38" fmla="*/ 16627642 w 16747958"/>
              <a:gd name="connsiteY38" fmla="*/ 742124 h 2209976"/>
              <a:gd name="connsiteX39" fmla="*/ 16675769 w 16747958"/>
              <a:gd name="connsiteY39" fmla="*/ 645871 h 2209976"/>
              <a:gd name="connsiteX40" fmla="*/ 16723895 w 16747958"/>
              <a:gd name="connsiteY40" fmla="*/ 573681 h 2209976"/>
              <a:gd name="connsiteX41" fmla="*/ 16747958 w 16747958"/>
              <a:gd name="connsiteY41" fmla="*/ 501492 h 220997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7531769 w 16747958"/>
              <a:gd name="connsiteY7" fmla="*/ 314347 h 2215336"/>
              <a:gd name="connsiteX8" fmla="*/ 7676147 w 16747958"/>
              <a:gd name="connsiteY8" fmla="*/ 338410 h 2215336"/>
              <a:gd name="connsiteX9" fmla="*/ 8061158 w 16747958"/>
              <a:gd name="connsiteY9" fmla="*/ 434662 h 2215336"/>
              <a:gd name="connsiteX10" fmla="*/ 8253663 w 16747958"/>
              <a:gd name="connsiteY10" fmla="*/ 506852 h 2215336"/>
              <a:gd name="connsiteX11" fmla="*/ 8614611 w 16747958"/>
              <a:gd name="connsiteY11" fmla="*/ 627168 h 2215336"/>
              <a:gd name="connsiteX12" fmla="*/ 8831179 w 16747958"/>
              <a:gd name="connsiteY12" fmla="*/ 699357 h 2215336"/>
              <a:gd name="connsiteX13" fmla="*/ 8999621 w 16747958"/>
              <a:gd name="connsiteY13" fmla="*/ 771547 h 2215336"/>
              <a:gd name="connsiteX14" fmla="*/ 9288379 w 16747958"/>
              <a:gd name="connsiteY14" fmla="*/ 867799 h 2215336"/>
              <a:gd name="connsiteX15" fmla="*/ 9480884 w 16747958"/>
              <a:gd name="connsiteY15" fmla="*/ 964052 h 2215336"/>
              <a:gd name="connsiteX16" fmla="*/ 9769642 w 16747958"/>
              <a:gd name="connsiteY16" fmla="*/ 1108431 h 2215336"/>
              <a:gd name="connsiteX17" fmla="*/ 9938084 w 16747958"/>
              <a:gd name="connsiteY17" fmla="*/ 1156557 h 2215336"/>
              <a:gd name="connsiteX18" fmla="*/ 10539663 w 16747958"/>
              <a:gd name="connsiteY18" fmla="*/ 1397189 h 2215336"/>
              <a:gd name="connsiteX19" fmla="*/ 10852484 w 16747958"/>
              <a:gd name="connsiteY19" fmla="*/ 1493441 h 2215336"/>
              <a:gd name="connsiteX20" fmla="*/ 11165305 w 16747958"/>
              <a:gd name="connsiteY20" fmla="*/ 1613757 h 2215336"/>
              <a:gd name="connsiteX21" fmla="*/ 12729411 w 16747958"/>
              <a:gd name="connsiteY21" fmla="*/ 1998768 h 2215336"/>
              <a:gd name="connsiteX22" fmla="*/ 13090358 w 16747958"/>
              <a:gd name="connsiteY22" fmla="*/ 2070957 h 2215336"/>
              <a:gd name="connsiteX23" fmla="*/ 13306926 w 16747958"/>
              <a:gd name="connsiteY23" fmla="*/ 2095020 h 2215336"/>
              <a:gd name="connsiteX24" fmla="*/ 13980695 w 16747958"/>
              <a:gd name="connsiteY24" fmla="*/ 2191273 h 2215336"/>
              <a:gd name="connsiteX25" fmla="*/ 14461958 w 16747958"/>
              <a:gd name="connsiteY25" fmla="*/ 2215336 h 2215336"/>
              <a:gd name="connsiteX26" fmla="*/ 14702590 w 16747958"/>
              <a:gd name="connsiteY26" fmla="*/ 2191273 h 2215336"/>
              <a:gd name="connsiteX27" fmla="*/ 14991347 w 16747958"/>
              <a:gd name="connsiteY27" fmla="*/ 2143147 h 2215336"/>
              <a:gd name="connsiteX28" fmla="*/ 15207916 w 16747958"/>
              <a:gd name="connsiteY28" fmla="*/ 2046894 h 2215336"/>
              <a:gd name="connsiteX29" fmla="*/ 15400421 w 16747958"/>
              <a:gd name="connsiteY29" fmla="*/ 1926578 h 2215336"/>
              <a:gd name="connsiteX30" fmla="*/ 15641053 w 16747958"/>
              <a:gd name="connsiteY30" fmla="*/ 1782199 h 2215336"/>
              <a:gd name="connsiteX31" fmla="*/ 15761369 w 16747958"/>
              <a:gd name="connsiteY31" fmla="*/ 1734073 h 2215336"/>
              <a:gd name="connsiteX32" fmla="*/ 15881684 w 16747958"/>
              <a:gd name="connsiteY32" fmla="*/ 1613757 h 2215336"/>
              <a:gd name="connsiteX33" fmla="*/ 16170442 w 16747958"/>
              <a:gd name="connsiteY33" fmla="*/ 1349062 h 2215336"/>
              <a:gd name="connsiteX34" fmla="*/ 16290758 w 16747958"/>
              <a:gd name="connsiteY34" fmla="*/ 1180620 h 2215336"/>
              <a:gd name="connsiteX35" fmla="*/ 16483263 w 16747958"/>
              <a:gd name="connsiteY35" fmla="*/ 964052 h 2215336"/>
              <a:gd name="connsiteX36" fmla="*/ 16579516 w 16747958"/>
              <a:gd name="connsiteY36" fmla="*/ 819673 h 2215336"/>
              <a:gd name="connsiteX37" fmla="*/ 16627642 w 16747958"/>
              <a:gd name="connsiteY37" fmla="*/ 747484 h 2215336"/>
              <a:gd name="connsiteX38" fmla="*/ 16675769 w 16747958"/>
              <a:gd name="connsiteY38" fmla="*/ 651231 h 2215336"/>
              <a:gd name="connsiteX39" fmla="*/ 16723895 w 16747958"/>
              <a:gd name="connsiteY39" fmla="*/ 579041 h 2215336"/>
              <a:gd name="connsiteX40" fmla="*/ 16747958 w 16747958"/>
              <a:gd name="connsiteY40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7676147 w 16747958"/>
              <a:gd name="connsiteY7" fmla="*/ 338410 h 2215336"/>
              <a:gd name="connsiteX8" fmla="*/ 8061158 w 16747958"/>
              <a:gd name="connsiteY8" fmla="*/ 434662 h 2215336"/>
              <a:gd name="connsiteX9" fmla="*/ 8253663 w 16747958"/>
              <a:gd name="connsiteY9" fmla="*/ 506852 h 2215336"/>
              <a:gd name="connsiteX10" fmla="*/ 8614611 w 16747958"/>
              <a:gd name="connsiteY10" fmla="*/ 627168 h 2215336"/>
              <a:gd name="connsiteX11" fmla="*/ 8831179 w 16747958"/>
              <a:gd name="connsiteY11" fmla="*/ 699357 h 2215336"/>
              <a:gd name="connsiteX12" fmla="*/ 8999621 w 16747958"/>
              <a:gd name="connsiteY12" fmla="*/ 771547 h 2215336"/>
              <a:gd name="connsiteX13" fmla="*/ 9288379 w 16747958"/>
              <a:gd name="connsiteY13" fmla="*/ 867799 h 2215336"/>
              <a:gd name="connsiteX14" fmla="*/ 9480884 w 16747958"/>
              <a:gd name="connsiteY14" fmla="*/ 964052 h 2215336"/>
              <a:gd name="connsiteX15" fmla="*/ 9769642 w 16747958"/>
              <a:gd name="connsiteY15" fmla="*/ 1108431 h 2215336"/>
              <a:gd name="connsiteX16" fmla="*/ 9938084 w 16747958"/>
              <a:gd name="connsiteY16" fmla="*/ 1156557 h 2215336"/>
              <a:gd name="connsiteX17" fmla="*/ 10539663 w 16747958"/>
              <a:gd name="connsiteY17" fmla="*/ 1397189 h 2215336"/>
              <a:gd name="connsiteX18" fmla="*/ 10852484 w 16747958"/>
              <a:gd name="connsiteY18" fmla="*/ 1493441 h 2215336"/>
              <a:gd name="connsiteX19" fmla="*/ 11165305 w 16747958"/>
              <a:gd name="connsiteY19" fmla="*/ 1613757 h 2215336"/>
              <a:gd name="connsiteX20" fmla="*/ 12729411 w 16747958"/>
              <a:gd name="connsiteY20" fmla="*/ 1998768 h 2215336"/>
              <a:gd name="connsiteX21" fmla="*/ 13090358 w 16747958"/>
              <a:gd name="connsiteY21" fmla="*/ 2070957 h 2215336"/>
              <a:gd name="connsiteX22" fmla="*/ 13306926 w 16747958"/>
              <a:gd name="connsiteY22" fmla="*/ 2095020 h 2215336"/>
              <a:gd name="connsiteX23" fmla="*/ 13980695 w 16747958"/>
              <a:gd name="connsiteY23" fmla="*/ 2191273 h 2215336"/>
              <a:gd name="connsiteX24" fmla="*/ 14461958 w 16747958"/>
              <a:gd name="connsiteY24" fmla="*/ 2215336 h 2215336"/>
              <a:gd name="connsiteX25" fmla="*/ 14702590 w 16747958"/>
              <a:gd name="connsiteY25" fmla="*/ 2191273 h 2215336"/>
              <a:gd name="connsiteX26" fmla="*/ 14991347 w 16747958"/>
              <a:gd name="connsiteY26" fmla="*/ 2143147 h 2215336"/>
              <a:gd name="connsiteX27" fmla="*/ 15207916 w 16747958"/>
              <a:gd name="connsiteY27" fmla="*/ 2046894 h 2215336"/>
              <a:gd name="connsiteX28" fmla="*/ 15400421 w 16747958"/>
              <a:gd name="connsiteY28" fmla="*/ 1926578 h 2215336"/>
              <a:gd name="connsiteX29" fmla="*/ 15641053 w 16747958"/>
              <a:gd name="connsiteY29" fmla="*/ 1782199 h 2215336"/>
              <a:gd name="connsiteX30" fmla="*/ 15761369 w 16747958"/>
              <a:gd name="connsiteY30" fmla="*/ 1734073 h 2215336"/>
              <a:gd name="connsiteX31" fmla="*/ 15881684 w 16747958"/>
              <a:gd name="connsiteY31" fmla="*/ 1613757 h 2215336"/>
              <a:gd name="connsiteX32" fmla="*/ 16170442 w 16747958"/>
              <a:gd name="connsiteY32" fmla="*/ 1349062 h 2215336"/>
              <a:gd name="connsiteX33" fmla="*/ 16290758 w 16747958"/>
              <a:gd name="connsiteY33" fmla="*/ 1180620 h 2215336"/>
              <a:gd name="connsiteX34" fmla="*/ 16483263 w 16747958"/>
              <a:gd name="connsiteY34" fmla="*/ 964052 h 2215336"/>
              <a:gd name="connsiteX35" fmla="*/ 16579516 w 16747958"/>
              <a:gd name="connsiteY35" fmla="*/ 819673 h 2215336"/>
              <a:gd name="connsiteX36" fmla="*/ 16627642 w 16747958"/>
              <a:gd name="connsiteY36" fmla="*/ 747484 h 2215336"/>
              <a:gd name="connsiteX37" fmla="*/ 16675769 w 16747958"/>
              <a:gd name="connsiteY37" fmla="*/ 651231 h 2215336"/>
              <a:gd name="connsiteX38" fmla="*/ 16723895 w 16747958"/>
              <a:gd name="connsiteY38" fmla="*/ 579041 h 2215336"/>
              <a:gd name="connsiteX39" fmla="*/ 16747958 w 16747958"/>
              <a:gd name="connsiteY39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253663 w 16747958"/>
              <a:gd name="connsiteY8" fmla="*/ 506852 h 2215336"/>
              <a:gd name="connsiteX9" fmla="*/ 8614611 w 16747958"/>
              <a:gd name="connsiteY9" fmla="*/ 627168 h 2215336"/>
              <a:gd name="connsiteX10" fmla="*/ 8831179 w 16747958"/>
              <a:gd name="connsiteY10" fmla="*/ 699357 h 2215336"/>
              <a:gd name="connsiteX11" fmla="*/ 8999621 w 16747958"/>
              <a:gd name="connsiteY11" fmla="*/ 771547 h 2215336"/>
              <a:gd name="connsiteX12" fmla="*/ 9288379 w 16747958"/>
              <a:gd name="connsiteY12" fmla="*/ 867799 h 2215336"/>
              <a:gd name="connsiteX13" fmla="*/ 9480884 w 16747958"/>
              <a:gd name="connsiteY13" fmla="*/ 964052 h 2215336"/>
              <a:gd name="connsiteX14" fmla="*/ 9769642 w 16747958"/>
              <a:gd name="connsiteY14" fmla="*/ 1108431 h 2215336"/>
              <a:gd name="connsiteX15" fmla="*/ 9938084 w 16747958"/>
              <a:gd name="connsiteY15" fmla="*/ 1156557 h 2215336"/>
              <a:gd name="connsiteX16" fmla="*/ 10539663 w 16747958"/>
              <a:gd name="connsiteY16" fmla="*/ 1397189 h 2215336"/>
              <a:gd name="connsiteX17" fmla="*/ 10852484 w 16747958"/>
              <a:gd name="connsiteY17" fmla="*/ 1493441 h 2215336"/>
              <a:gd name="connsiteX18" fmla="*/ 11165305 w 16747958"/>
              <a:gd name="connsiteY18" fmla="*/ 1613757 h 2215336"/>
              <a:gd name="connsiteX19" fmla="*/ 12729411 w 16747958"/>
              <a:gd name="connsiteY19" fmla="*/ 1998768 h 2215336"/>
              <a:gd name="connsiteX20" fmla="*/ 13090358 w 16747958"/>
              <a:gd name="connsiteY20" fmla="*/ 2070957 h 2215336"/>
              <a:gd name="connsiteX21" fmla="*/ 13306926 w 16747958"/>
              <a:gd name="connsiteY21" fmla="*/ 2095020 h 2215336"/>
              <a:gd name="connsiteX22" fmla="*/ 13980695 w 16747958"/>
              <a:gd name="connsiteY22" fmla="*/ 2191273 h 2215336"/>
              <a:gd name="connsiteX23" fmla="*/ 14461958 w 16747958"/>
              <a:gd name="connsiteY23" fmla="*/ 2215336 h 2215336"/>
              <a:gd name="connsiteX24" fmla="*/ 14702590 w 16747958"/>
              <a:gd name="connsiteY24" fmla="*/ 2191273 h 2215336"/>
              <a:gd name="connsiteX25" fmla="*/ 14991347 w 16747958"/>
              <a:gd name="connsiteY25" fmla="*/ 2143147 h 2215336"/>
              <a:gd name="connsiteX26" fmla="*/ 15207916 w 16747958"/>
              <a:gd name="connsiteY26" fmla="*/ 2046894 h 2215336"/>
              <a:gd name="connsiteX27" fmla="*/ 15400421 w 16747958"/>
              <a:gd name="connsiteY27" fmla="*/ 1926578 h 2215336"/>
              <a:gd name="connsiteX28" fmla="*/ 15641053 w 16747958"/>
              <a:gd name="connsiteY28" fmla="*/ 1782199 h 2215336"/>
              <a:gd name="connsiteX29" fmla="*/ 15761369 w 16747958"/>
              <a:gd name="connsiteY29" fmla="*/ 1734073 h 2215336"/>
              <a:gd name="connsiteX30" fmla="*/ 15881684 w 16747958"/>
              <a:gd name="connsiteY30" fmla="*/ 1613757 h 2215336"/>
              <a:gd name="connsiteX31" fmla="*/ 16170442 w 16747958"/>
              <a:gd name="connsiteY31" fmla="*/ 1349062 h 2215336"/>
              <a:gd name="connsiteX32" fmla="*/ 16290758 w 16747958"/>
              <a:gd name="connsiteY32" fmla="*/ 1180620 h 2215336"/>
              <a:gd name="connsiteX33" fmla="*/ 16483263 w 16747958"/>
              <a:gd name="connsiteY33" fmla="*/ 964052 h 2215336"/>
              <a:gd name="connsiteX34" fmla="*/ 16579516 w 16747958"/>
              <a:gd name="connsiteY34" fmla="*/ 819673 h 2215336"/>
              <a:gd name="connsiteX35" fmla="*/ 16627642 w 16747958"/>
              <a:gd name="connsiteY35" fmla="*/ 747484 h 2215336"/>
              <a:gd name="connsiteX36" fmla="*/ 16675769 w 16747958"/>
              <a:gd name="connsiteY36" fmla="*/ 651231 h 2215336"/>
              <a:gd name="connsiteX37" fmla="*/ 16723895 w 16747958"/>
              <a:gd name="connsiteY37" fmla="*/ 579041 h 2215336"/>
              <a:gd name="connsiteX38" fmla="*/ 16747958 w 16747958"/>
              <a:gd name="connsiteY38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253663 w 16747958"/>
              <a:gd name="connsiteY8" fmla="*/ 506852 h 2215336"/>
              <a:gd name="connsiteX9" fmla="*/ 8614611 w 16747958"/>
              <a:gd name="connsiteY9" fmla="*/ 627168 h 2215336"/>
              <a:gd name="connsiteX10" fmla="*/ 8999621 w 16747958"/>
              <a:gd name="connsiteY10" fmla="*/ 771547 h 2215336"/>
              <a:gd name="connsiteX11" fmla="*/ 9288379 w 16747958"/>
              <a:gd name="connsiteY11" fmla="*/ 867799 h 2215336"/>
              <a:gd name="connsiteX12" fmla="*/ 9480884 w 16747958"/>
              <a:gd name="connsiteY12" fmla="*/ 964052 h 2215336"/>
              <a:gd name="connsiteX13" fmla="*/ 9769642 w 16747958"/>
              <a:gd name="connsiteY13" fmla="*/ 1108431 h 2215336"/>
              <a:gd name="connsiteX14" fmla="*/ 9938084 w 16747958"/>
              <a:gd name="connsiteY14" fmla="*/ 1156557 h 2215336"/>
              <a:gd name="connsiteX15" fmla="*/ 10539663 w 16747958"/>
              <a:gd name="connsiteY15" fmla="*/ 1397189 h 2215336"/>
              <a:gd name="connsiteX16" fmla="*/ 10852484 w 16747958"/>
              <a:gd name="connsiteY16" fmla="*/ 1493441 h 2215336"/>
              <a:gd name="connsiteX17" fmla="*/ 11165305 w 16747958"/>
              <a:gd name="connsiteY17" fmla="*/ 1613757 h 2215336"/>
              <a:gd name="connsiteX18" fmla="*/ 12729411 w 16747958"/>
              <a:gd name="connsiteY18" fmla="*/ 1998768 h 2215336"/>
              <a:gd name="connsiteX19" fmla="*/ 13090358 w 16747958"/>
              <a:gd name="connsiteY19" fmla="*/ 2070957 h 2215336"/>
              <a:gd name="connsiteX20" fmla="*/ 13306926 w 16747958"/>
              <a:gd name="connsiteY20" fmla="*/ 2095020 h 2215336"/>
              <a:gd name="connsiteX21" fmla="*/ 13980695 w 16747958"/>
              <a:gd name="connsiteY21" fmla="*/ 2191273 h 2215336"/>
              <a:gd name="connsiteX22" fmla="*/ 14461958 w 16747958"/>
              <a:gd name="connsiteY22" fmla="*/ 2215336 h 2215336"/>
              <a:gd name="connsiteX23" fmla="*/ 14702590 w 16747958"/>
              <a:gd name="connsiteY23" fmla="*/ 2191273 h 2215336"/>
              <a:gd name="connsiteX24" fmla="*/ 14991347 w 16747958"/>
              <a:gd name="connsiteY24" fmla="*/ 2143147 h 2215336"/>
              <a:gd name="connsiteX25" fmla="*/ 15207916 w 16747958"/>
              <a:gd name="connsiteY25" fmla="*/ 2046894 h 2215336"/>
              <a:gd name="connsiteX26" fmla="*/ 15400421 w 16747958"/>
              <a:gd name="connsiteY26" fmla="*/ 1926578 h 2215336"/>
              <a:gd name="connsiteX27" fmla="*/ 15641053 w 16747958"/>
              <a:gd name="connsiteY27" fmla="*/ 1782199 h 2215336"/>
              <a:gd name="connsiteX28" fmla="*/ 15761369 w 16747958"/>
              <a:gd name="connsiteY28" fmla="*/ 1734073 h 2215336"/>
              <a:gd name="connsiteX29" fmla="*/ 15881684 w 16747958"/>
              <a:gd name="connsiteY29" fmla="*/ 1613757 h 2215336"/>
              <a:gd name="connsiteX30" fmla="*/ 16170442 w 16747958"/>
              <a:gd name="connsiteY30" fmla="*/ 1349062 h 2215336"/>
              <a:gd name="connsiteX31" fmla="*/ 16290758 w 16747958"/>
              <a:gd name="connsiteY31" fmla="*/ 1180620 h 2215336"/>
              <a:gd name="connsiteX32" fmla="*/ 16483263 w 16747958"/>
              <a:gd name="connsiteY32" fmla="*/ 964052 h 2215336"/>
              <a:gd name="connsiteX33" fmla="*/ 16579516 w 16747958"/>
              <a:gd name="connsiteY33" fmla="*/ 819673 h 2215336"/>
              <a:gd name="connsiteX34" fmla="*/ 16627642 w 16747958"/>
              <a:gd name="connsiteY34" fmla="*/ 747484 h 2215336"/>
              <a:gd name="connsiteX35" fmla="*/ 16675769 w 16747958"/>
              <a:gd name="connsiteY35" fmla="*/ 651231 h 2215336"/>
              <a:gd name="connsiteX36" fmla="*/ 16723895 w 16747958"/>
              <a:gd name="connsiteY36" fmla="*/ 579041 h 2215336"/>
              <a:gd name="connsiteX37" fmla="*/ 16747958 w 16747958"/>
              <a:gd name="connsiteY37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480884 w 16747958"/>
              <a:gd name="connsiteY11" fmla="*/ 964052 h 2215336"/>
              <a:gd name="connsiteX12" fmla="*/ 9769642 w 16747958"/>
              <a:gd name="connsiteY12" fmla="*/ 1108431 h 2215336"/>
              <a:gd name="connsiteX13" fmla="*/ 9938084 w 16747958"/>
              <a:gd name="connsiteY13" fmla="*/ 1156557 h 2215336"/>
              <a:gd name="connsiteX14" fmla="*/ 10539663 w 16747958"/>
              <a:gd name="connsiteY14" fmla="*/ 1397189 h 2215336"/>
              <a:gd name="connsiteX15" fmla="*/ 10852484 w 16747958"/>
              <a:gd name="connsiteY15" fmla="*/ 1493441 h 2215336"/>
              <a:gd name="connsiteX16" fmla="*/ 11165305 w 16747958"/>
              <a:gd name="connsiteY16" fmla="*/ 1613757 h 2215336"/>
              <a:gd name="connsiteX17" fmla="*/ 12729411 w 16747958"/>
              <a:gd name="connsiteY17" fmla="*/ 1998768 h 2215336"/>
              <a:gd name="connsiteX18" fmla="*/ 13090358 w 16747958"/>
              <a:gd name="connsiteY18" fmla="*/ 2070957 h 2215336"/>
              <a:gd name="connsiteX19" fmla="*/ 13306926 w 16747958"/>
              <a:gd name="connsiteY19" fmla="*/ 2095020 h 2215336"/>
              <a:gd name="connsiteX20" fmla="*/ 13980695 w 16747958"/>
              <a:gd name="connsiteY20" fmla="*/ 2191273 h 2215336"/>
              <a:gd name="connsiteX21" fmla="*/ 14461958 w 16747958"/>
              <a:gd name="connsiteY21" fmla="*/ 2215336 h 2215336"/>
              <a:gd name="connsiteX22" fmla="*/ 14702590 w 16747958"/>
              <a:gd name="connsiteY22" fmla="*/ 2191273 h 2215336"/>
              <a:gd name="connsiteX23" fmla="*/ 14991347 w 16747958"/>
              <a:gd name="connsiteY23" fmla="*/ 2143147 h 2215336"/>
              <a:gd name="connsiteX24" fmla="*/ 15207916 w 16747958"/>
              <a:gd name="connsiteY24" fmla="*/ 2046894 h 2215336"/>
              <a:gd name="connsiteX25" fmla="*/ 15400421 w 16747958"/>
              <a:gd name="connsiteY25" fmla="*/ 1926578 h 2215336"/>
              <a:gd name="connsiteX26" fmla="*/ 15641053 w 16747958"/>
              <a:gd name="connsiteY26" fmla="*/ 1782199 h 2215336"/>
              <a:gd name="connsiteX27" fmla="*/ 15761369 w 16747958"/>
              <a:gd name="connsiteY27" fmla="*/ 1734073 h 2215336"/>
              <a:gd name="connsiteX28" fmla="*/ 15881684 w 16747958"/>
              <a:gd name="connsiteY28" fmla="*/ 1613757 h 2215336"/>
              <a:gd name="connsiteX29" fmla="*/ 16170442 w 16747958"/>
              <a:gd name="connsiteY29" fmla="*/ 1349062 h 2215336"/>
              <a:gd name="connsiteX30" fmla="*/ 16290758 w 16747958"/>
              <a:gd name="connsiteY30" fmla="*/ 1180620 h 2215336"/>
              <a:gd name="connsiteX31" fmla="*/ 16483263 w 16747958"/>
              <a:gd name="connsiteY31" fmla="*/ 964052 h 2215336"/>
              <a:gd name="connsiteX32" fmla="*/ 16579516 w 16747958"/>
              <a:gd name="connsiteY32" fmla="*/ 819673 h 2215336"/>
              <a:gd name="connsiteX33" fmla="*/ 16627642 w 16747958"/>
              <a:gd name="connsiteY33" fmla="*/ 747484 h 2215336"/>
              <a:gd name="connsiteX34" fmla="*/ 16675769 w 16747958"/>
              <a:gd name="connsiteY34" fmla="*/ 651231 h 2215336"/>
              <a:gd name="connsiteX35" fmla="*/ 16723895 w 16747958"/>
              <a:gd name="connsiteY35" fmla="*/ 579041 h 2215336"/>
              <a:gd name="connsiteX36" fmla="*/ 16747958 w 16747958"/>
              <a:gd name="connsiteY36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769642 w 16747958"/>
              <a:gd name="connsiteY11" fmla="*/ 1108431 h 2215336"/>
              <a:gd name="connsiteX12" fmla="*/ 9938084 w 16747958"/>
              <a:gd name="connsiteY12" fmla="*/ 1156557 h 2215336"/>
              <a:gd name="connsiteX13" fmla="*/ 10539663 w 16747958"/>
              <a:gd name="connsiteY13" fmla="*/ 1397189 h 2215336"/>
              <a:gd name="connsiteX14" fmla="*/ 10852484 w 16747958"/>
              <a:gd name="connsiteY14" fmla="*/ 1493441 h 2215336"/>
              <a:gd name="connsiteX15" fmla="*/ 11165305 w 16747958"/>
              <a:gd name="connsiteY15" fmla="*/ 1613757 h 2215336"/>
              <a:gd name="connsiteX16" fmla="*/ 12729411 w 16747958"/>
              <a:gd name="connsiteY16" fmla="*/ 1998768 h 2215336"/>
              <a:gd name="connsiteX17" fmla="*/ 13090358 w 16747958"/>
              <a:gd name="connsiteY17" fmla="*/ 2070957 h 2215336"/>
              <a:gd name="connsiteX18" fmla="*/ 13306926 w 16747958"/>
              <a:gd name="connsiteY18" fmla="*/ 2095020 h 2215336"/>
              <a:gd name="connsiteX19" fmla="*/ 13980695 w 16747958"/>
              <a:gd name="connsiteY19" fmla="*/ 2191273 h 2215336"/>
              <a:gd name="connsiteX20" fmla="*/ 14461958 w 16747958"/>
              <a:gd name="connsiteY20" fmla="*/ 2215336 h 2215336"/>
              <a:gd name="connsiteX21" fmla="*/ 14702590 w 16747958"/>
              <a:gd name="connsiteY21" fmla="*/ 2191273 h 2215336"/>
              <a:gd name="connsiteX22" fmla="*/ 14991347 w 16747958"/>
              <a:gd name="connsiteY22" fmla="*/ 2143147 h 2215336"/>
              <a:gd name="connsiteX23" fmla="*/ 15207916 w 16747958"/>
              <a:gd name="connsiteY23" fmla="*/ 2046894 h 2215336"/>
              <a:gd name="connsiteX24" fmla="*/ 15400421 w 16747958"/>
              <a:gd name="connsiteY24" fmla="*/ 1926578 h 2215336"/>
              <a:gd name="connsiteX25" fmla="*/ 15641053 w 16747958"/>
              <a:gd name="connsiteY25" fmla="*/ 1782199 h 2215336"/>
              <a:gd name="connsiteX26" fmla="*/ 15761369 w 16747958"/>
              <a:gd name="connsiteY26" fmla="*/ 1734073 h 2215336"/>
              <a:gd name="connsiteX27" fmla="*/ 15881684 w 16747958"/>
              <a:gd name="connsiteY27" fmla="*/ 1613757 h 2215336"/>
              <a:gd name="connsiteX28" fmla="*/ 16170442 w 16747958"/>
              <a:gd name="connsiteY28" fmla="*/ 1349062 h 2215336"/>
              <a:gd name="connsiteX29" fmla="*/ 16290758 w 16747958"/>
              <a:gd name="connsiteY29" fmla="*/ 1180620 h 2215336"/>
              <a:gd name="connsiteX30" fmla="*/ 16483263 w 16747958"/>
              <a:gd name="connsiteY30" fmla="*/ 964052 h 2215336"/>
              <a:gd name="connsiteX31" fmla="*/ 16579516 w 16747958"/>
              <a:gd name="connsiteY31" fmla="*/ 819673 h 2215336"/>
              <a:gd name="connsiteX32" fmla="*/ 16627642 w 16747958"/>
              <a:gd name="connsiteY32" fmla="*/ 747484 h 2215336"/>
              <a:gd name="connsiteX33" fmla="*/ 16675769 w 16747958"/>
              <a:gd name="connsiteY33" fmla="*/ 651231 h 2215336"/>
              <a:gd name="connsiteX34" fmla="*/ 16723895 w 16747958"/>
              <a:gd name="connsiteY34" fmla="*/ 579041 h 2215336"/>
              <a:gd name="connsiteX35" fmla="*/ 16747958 w 16747958"/>
              <a:gd name="connsiteY35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0852484 w 16747958"/>
              <a:gd name="connsiteY13" fmla="*/ 1493441 h 2215336"/>
              <a:gd name="connsiteX14" fmla="*/ 11165305 w 16747958"/>
              <a:gd name="connsiteY14" fmla="*/ 1613757 h 2215336"/>
              <a:gd name="connsiteX15" fmla="*/ 12729411 w 16747958"/>
              <a:gd name="connsiteY15" fmla="*/ 1998768 h 2215336"/>
              <a:gd name="connsiteX16" fmla="*/ 13090358 w 16747958"/>
              <a:gd name="connsiteY16" fmla="*/ 2070957 h 2215336"/>
              <a:gd name="connsiteX17" fmla="*/ 13306926 w 16747958"/>
              <a:gd name="connsiteY17" fmla="*/ 2095020 h 2215336"/>
              <a:gd name="connsiteX18" fmla="*/ 13980695 w 16747958"/>
              <a:gd name="connsiteY18" fmla="*/ 2191273 h 2215336"/>
              <a:gd name="connsiteX19" fmla="*/ 14461958 w 16747958"/>
              <a:gd name="connsiteY19" fmla="*/ 2215336 h 2215336"/>
              <a:gd name="connsiteX20" fmla="*/ 14702590 w 16747958"/>
              <a:gd name="connsiteY20" fmla="*/ 2191273 h 2215336"/>
              <a:gd name="connsiteX21" fmla="*/ 14991347 w 16747958"/>
              <a:gd name="connsiteY21" fmla="*/ 2143147 h 2215336"/>
              <a:gd name="connsiteX22" fmla="*/ 15207916 w 16747958"/>
              <a:gd name="connsiteY22" fmla="*/ 2046894 h 2215336"/>
              <a:gd name="connsiteX23" fmla="*/ 15400421 w 16747958"/>
              <a:gd name="connsiteY23" fmla="*/ 1926578 h 2215336"/>
              <a:gd name="connsiteX24" fmla="*/ 15641053 w 16747958"/>
              <a:gd name="connsiteY24" fmla="*/ 1782199 h 2215336"/>
              <a:gd name="connsiteX25" fmla="*/ 15761369 w 16747958"/>
              <a:gd name="connsiteY25" fmla="*/ 1734073 h 2215336"/>
              <a:gd name="connsiteX26" fmla="*/ 15881684 w 16747958"/>
              <a:gd name="connsiteY26" fmla="*/ 1613757 h 2215336"/>
              <a:gd name="connsiteX27" fmla="*/ 16170442 w 16747958"/>
              <a:gd name="connsiteY27" fmla="*/ 1349062 h 2215336"/>
              <a:gd name="connsiteX28" fmla="*/ 16290758 w 16747958"/>
              <a:gd name="connsiteY28" fmla="*/ 1180620 h 2215336"/>
              <a:gd name="connsiteX29" fmla="*/ 16483263 w 16747958"/>
              <a:gd name="connsiteY29" fmla="*/ 964052 h 2215336"/>
              <a:gd name="connsiteX30" fmla="*/ 16579516 w 16747958"/>
              <a:gd name="connsiteY30" fmla="*/ 819673 h 2215336"/>
              <a:gd name="connsiteX31" fmla="*/ 16627642 w 16747958"/>
              <a:gd name="connsiteY31" fmla="*/ 747484 h 2215336"/>
              <a:gd name="connsiteX32" fmla="*/ 16675769 w 16747958"/>
              <a:gd name="connsiteY32" fmla="*/ 651231 h 2215336"/>
              <a:gd name="connsiteX33" fmla="*/ 16723895 w 16747958"/>
              <a:gd name="connsiteY33" fmla="*/ 579041 h 2215336"/>
              <a:gd name="connsiteX34" fmla="*/ 16747958 w 16747958"/>
              <a:gd name="connsiteY34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090358 w 16747958"/>
              <a:gd name="connsiteY15" fmla="*/ 2070957 h 2215336"/>
              <a:gd name="connsiteX16" fmla="*/ 13306926 w 16747958"/>
              <a:gd name="connsiteY16" fmla="*/ 2095020 h 2215336"/>
              <a:gd name="connsiteX17" fmla="*/ 13980695 w 16747958"/>
              <a:gd name="connsiteY17" fmla="*/ 2191273 h 2215336"/>
              <a:gd name="connsiteX18" fmla="*/ 14461958 w 16747958"/>
              <a:gd name="connsiteY18" fmla="*/ 2215336 h 2215336"/>
              <a:gd name="connsiteX19" fmla="*/ 14702590 w 16747958"/>
              <a:gd name="connsiteY19" fmla="*/ 2191273 h 2215336"/>
              <a:gd name="connsiteX20" fmla="*/ 14991347 w 16747958"/>
              <a:gd name="connsiteY20" fmla="*/ 2143147 h 2215336"/>
              <a:gd name="connsiteX21" fmla="*/ 15207916 w 16747958"/>
              <a:gd name="connsiteY21" fmla="*/ 2046894 h 2215336"/>
              <a:gd name="connsiteX22" fmla="*/ 15400421 w 16747958"/>
              <a:gd name="connsiteY22" fmla="*/ 1926578 h 2215336"/>
              <a:gd name="connsiteX23" fmla="*/ 15641053 w 16747958"/>
              <a:gd name="connsiteY23" fmla="*/ 1782199 h 2215336"/>
              <a:gd name="connsiteX24" fmla="*/ 15761369 w 16747958"/>
              <a:gd name="connsiteY24" fmla="*/ 1734073 h 2215336"/>
              <a:gd name="connsiteX25" fmla="*/ 15881684 w 16747958"/>
              <a:gd name="connsiteY25" fmla="*/ 1613757 h 2215336"/>
              <a:gd name="connsiteX26" fmla="*/ 16170442 w 16747958"/>
              <a:gd name="connsiteY26" fmla="*/ 1349062 h 2215336"/>
              <a:gd name="connsiteX27" fmla="*/ 16290758 w 16747958"/>
              <a:gd name="connsiteY27" fmla="*/ 1180620 h 2215336"/>
              <a:gd name="connsiteX28" fmla="*/ 16483263 w 16747958"/>
              <a:gd name="connsiteY28" fmla="*/ 964052 h 2215336"/>
              <a:gd name="connsiteX29" fmla="*/ 16579516 w 16747958"/>
              <a:gd name="connsiteY29" fmla="*/ 819673 h 2215336"/>
              <a:gd name="connsiteX30" fmla="*/ 16627642 w 16747958"/>
              <a:gd name="connsiteY30" fmla="*/ 747484 h 2215336"/>
              <a:gd name="connsiteX31" fmla="*/ 16675769 w 16747958"/>
              <a:gd name="connsiteY31" fmla="*/ 651231 h 2215336"/>
              <a:gd name="connsiteX32" fmla="*/ 16723895 w 16747958"/>
              <a:gd name="connsiteY32" fmla="*/ 579041 h 2215336"/>
              <a:gd name="connsiteX33" fmla="*/ 16747958 w 16747958"/>
              <a:gd name="connsiteY33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290758 w 16747958"/>
              <a:gd name="connsiteY26" fmla="*/ 1180620 h 2215336"/>
              <a:gd name="connsiteX27" fmla="*/ 16483263 w 16747958"/>
              <a:gd name="connsiteY27" fmla="*/ 964052 h 2215336"/>
              <a:gd name="connsiteX28" fmla="*/ 16579516 w 16747958"/>
              <a:gd name="connsiteY28" fmla="*/ 819673 h 2215336"/>
              <a:gd name="connsiteX29" fmla="*/ 16627642 w 16747958"/>
              <a:gd name="connsiteY29" fmla="*/ 747484 h 2215336"/>
              <a:gd name="connsiteX30" fmla="*/ 16675769 w 16747958"/>
              <a:gd name="connsiteY30" fmla="*/ 651231 h 2215336"/>
              <a:gd name="connsiteX31" fmla="*/ 16723895 w 16747958"/>
              <a:gd name="connsiteY31" fmla="*/ 579041 h 2215336"/>
              <a:gd name="connsiteX32" fmla="*/ 16747958 w 16747958"/>
              <a:gd name="connsiteY32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290758 w 16747958"/>
              <a:gd name="connsiteY26" fmla="*/ 1180620 h 2215336"/>
              <a:gd name="connsiteX27" fmla="*/ 16483263 w 16747958"/>
              <a:gd name="connsiteY27" fmla="*/ 964052 h 2215336"/>
              <a:gd name="connsiteX28" fmla="*/ 16579516 w 16747958"/>
              <a:gd name="connsiteY28" fmla="*/ 819673 h 2215336"/>
              <a:gd name="connsiteX29" fmla="*/ 16627642 w 16747958"/>
              <a:gd name="connsiteY29" fmla="*/ 747484 h 2215336"/>
              <a:gd name="connsiteX30" fmla="*/ 16723895 w 16747958"/>
              <a:gd name="connsiteY30" fmla="*/ 579041 h 2215336"/>
              <a:gd name="connsiteX31" fmla="*/ 16747958 w 16747958"/>
              <a:gd name="connsiteY31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290758 w 16747958"/>
              <a:gd name="connsiteY26" fmla="*/ 1180620 h 2215336"/>
              <a:gd name="connsiteX27" fmla="*/ 16483263 w 16747958"/>
              <a:gd name="connsiteY27" fmla="*/ 964052 h 2215336"/>
              <a:gd name="connsiteX28" fmla="*/ 16579516 w 16747958"/>
              <a:gd name="connsiteY28" fmla="*/ 819673 h 2215336"/>
              <a:gd name="connsiteX29" fmla="*/ 16627642 w 16747958"/>
              <a:gd name="connsiteY29" fmla="*/ 747484 h 2215336"/>
              <a:gd name="connsiteX30" fmla="*/ 16747958 w 16747958"/>
              <a:gd name="connsiteY30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290758 w 16747958"/>
              <a:gd name="connsiteY26" fmla="*/ 1180620 h 2215336"/>
              <a:gd name="connsiteX27" fmla="*/ 16483263 w 16747958"/>
              <a:gd name="connsiteY27" fmla="*/ 964052 h 2215336"/>
              <a:gd name="connsiteX28" fmla="*/ 16627642 w 16747958"/>
              <a:gd name="connsiteY28" fmla="*/ 747484 h 2215336"/>
              <a:gd name="connsiteX29" fmla="*/ 16747958 w 16747958"/>
              <a:gd name="connsiteY29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761369 w 16747958"/>
              <a:gd name="connsiteY23" fmla="*/ 1734073 h 2215336"/>
              <a:gd name="connsiteX24" fmla="*/ 15881684 w 16747958"/>
              <a:gd name="connsiteY24" fmla="*/ 1613757 h 2215336"/>
              <a:gd name="connsiteX25" fmla="*/ 16170442 w 16747958"/>
              <a:gd name="connsiteY25" fmla="*/ 1349062 h 2215336"/>
              <a:gd name="connsiteX26" fmla="*/ 16483263 w 16747958"/>
              <a:gd name="connsiteY26" fmla="*/ 964052 h 2215336"/>
              <a:gd name="connsiteX27" fmla="*/ 16627642 w 16747958"/>
              <a:gd name="connsiteY27" fmla="*/ 747484 h 2215336"/>
              <a:gd name="connsiteX28" fmla="*/ 16747958 w 16747958"/>
              <a:gd name="connsiteY28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400421 w 16747958"/>
              <a:gd name="connsiteY21" fmla="*/ 1926578 h 2215336"/>
              <a:gd name="connsiteX22" fmla="*/ 15641053 w 16747958"/>
              <a:gd name="connsiteY22" fmla="*/ 1782199 h 2215336"/>
              <a:gd name="connsiteX23" fmla="*/ 15881684 w 16747958"/>
              <a:gd name="connsiteY23" fmla="*/ 1613757 h 2215336"/>
              <a:gd name="connsiteX24" fmla="*/ 16170442 w 16747958"/>
              <a:gd name="connsiteY24" fmla="*/ 1349062 h 2215336"/>
              <a:gd name="connsiteX25" fmla="*/ 16483263 w 16747958"/>
              <a:gd name="connsiteY25" fmla="*/ 964052 h 2215336"/>
              <a:gd name="connsiteX26" fmla="*/ 16627642 w 16747958"/>
              <a:gd name="connsiteY26" fmla="*/ 747484 h 2215336"/>
              <a:gd name="connsiteX27" fmla="*/ 16747958 w 16747958"/>
              <a:gd name="connsiteY27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641053 w 16747958"/>
              <a:gd name="connsiteY21" fmla="*/ 1782199 h 2215336"/>
              <a:gd name="connsiteX22" fmla="*/ 15881684 w 16747958"/>
              <a:gd name="connsiteY22" fmla="*/ 1613757 h 2215336"/>
              <a:gd name="connsiteX23" fmla="*/ 16170442 w 16747958"/>
              <a:gd name="connsiteY23" fmla="*/ 1349062 h 2215336"/>
              <a:gd name="connsiteX24" fmla="*/ 16483263 w 16747958"/>
              <a:gd name="connsiteY24" fmla="*/ 964052 h 2215336"/>
              <a:gd name="connsiteX25" fmla="*/ 16627642 w 16747958"/>
              <a:gd name="connsiteY25" fmla="*/ 747484 h 2215336"/>
              <a:gd name="connsiteX26" fmla="*/ 16747958 w 16747958"/>
              <a:gd name="connsiteY26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702590 w 16747958"/>
              <a:gd name="connsiteY18" fmla="*/ 2191273 h 2215336"/>
              <a:gd name="connsiteX19" fmla="*/ 14991347 w 16747958"/>
              <a:gd name="connsiteY19" fmla="*/ 2143147 h 2215336"/>
              <a:gd name="connsiteX20" fmla="*/ 15207916 w 16747958"/>
              <a:gd name="connsiteY20" fmla="*/ 2046894 h 2215336"/>
              <a:gd name="connsiteX21" fmla="*/ 15641053 w 16747958"/>
              <a:gd name="connsiteY21" fmla="*/ 1782199 h 2215336"/>
              <a:gd name="connsiteX22" fmla="*/ 16170442 w 16747958"/>
              <a:gd name="connsiteY22" fmla="*/ 1349062 h 2215336"/>
              <a:gd name="connsiteX23" fmla="*/ 16483263 w 16747958"/>
              <a:gd name="connsiteY23" fmla="*/ 964052 h 2215336"/>
              <a:gd name="connsiteX24" fmla="*/ 16627642 w 16747958"/>
              <a:gd name="connsiteY24" fmla="*/ 747484 h 2215336"/>
              <a:gd name="connsiteX25" fmla="*/ 16747958 w 16747958"/>
              <a:gd name="connsiteY25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991347 w 16747958"/>
              <a:gd name="connsiteY18" fmla="*/ 2143147 h 2215336"/>
              <a:gd name="connsiteX19" fmla="*/ 15207916 w 16747958"/>
              <a:gd name="connsiteY19" fmla="*/ 2046894 h 2215336"/>
              <a:gd name="connsiteX20" fmla="*/ 15641053 w 16747958"/>
              <a:gd name="connsiteY20" fmla="*/ 1782199 h 2215336"/>
              <a:gd name="connsiteX21" fmla="*/ 16170442 w 16747958"/>
              <a:gd name="connsiteY21" fmla="*/ 1349062 h 2215336"/>
              <a:gd name="connsiteX22" fmla="*/ 16483263 w 16747958"/>
              <a:gd name="connsiteY22" fmla="*/ 964052 h 2215336"/>
              <a:gd name="connsiteX23" fmla="*/ 16627642 w 16747958"/>
              <a:gd name="connsiteY23" fmla="*/ 747484 h 2215336"/>
              <a:gd name="connsiteX24" fmla="*/ 16747958 w 16747958"/>
              <a:gd name="connsiteY24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3980695 w 16747958"/>
              <a:gd name="connsiteY16" fmla="*/ 2191273 h 2215336"/>
              <a:gd name="connsiteX17" fmla="*/ 14461958 w 16747958"/>
              <a:gd name="connsiteY17" fmla="*/ 2215336 h 2215336"/>
              <a:gd name="connsiteX18" fmla="*/ 14991347 w 16747958"/>
              <a:gd name="connsiteY18" fmla="*/ 2143147 h 2215336"/>
              <a:gd name="connsiteX19" fmla="*/ 15641053 w 16747958"/>
              <a:gd name="connsiteY19" fmla="*/ 1782199 h 2215336"/>
              <a:gd name="connsiteX20" fmla="*/ 16170442 w 16747958"/>
              <a:gd name="connsiteY20" fmla="*/ 1349062 h 2215336"/>
              <a:gd name="connsiteX21" fmla="*/ 16483263 w 16747958"/>
              <a:gd name="connsiteY21" fmla="*/ 964052 h 2215336"/>
              <a:gd name="connsiteX22" fmla="*/ 16627642 w 16747958"/>
              <a:gd name="connsiteY22" fmla="*/ 747484 h 2215336"/>
              <a:gd name="connsiteX23" fmla="*/ 16747958 w 16747958"/>
              <a:gd name="connsiteY23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3306926 w 16747958"/>
              <a:gd name="connsiteY15" fmla="*/ 2095020 h 2215336"/>
              <a:gd name="connsiteX16" fmla="*/ 14461958 w 16747958"/>
              <a:gd name="connsiteY16" fmla="*/ 2215336 h 2215336"/>
              <a:gd name="connsiteX17" fmla="*/ 14991347 w 16747958"/>
              <a:gd name="connsiteY17" fmla="*/ 2143147 h 2215336"/>
              <a:gd name="connsiteX18" fmla="*/ 15641053 w 16747958"/>
              <a:gd name="connsiteY18" fmla="*/ 1782199 h 2215336"/>
              <a:gd name="connsiteX19" fmla="*/ 16170442 w 16747958"/>
              <a:gd name="connsiteY19" fmla="*/ 1349062 h 2215336"/>
              <a:gd name="connsiteX20" fmla="*/ 16483263 w 16747958"/>
              <a:gd name="connsiteY20" fmla="*/ 964052 h 2215336"/>
              <a:gd name="connsiteX21" fmla="*/ 16627642 w 16747958"/>
              <a:gd name="connsiteY21" fmla="*/ 747484 h 2215336"/>
              <a:gd name="connsiteX22" fmla="*/ 16747958 w 16747958"/>
              <a:gd name="connsiteY22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4461958 w 16747958"/>
              <a:gd name="connsiteY15" fmla="*/ 2215336 h 2215336"/>
              <a:gd name="connsiteX16" fmla="*/ 14991347 w 16747958"/>
              <a:gd name="connsiteY16" fmla="*/ 2143147 h 2215336"/>
              <a:gd name="connsiteX17" fmla="*/ 15641053 w 16747958"/>
              <a:gd name="connsiteY17" fmla="*/ 1782199 h 2215336"/>
              <a:gd name="connsiteX18" fmla="*/ 16170442 w 16747958"/>
              <a:gd name="connsiteY18" fmla="*/ 1349062 h 2215336"/>
              <a:gd name="connsiteX19" fmla="*/ 16483263 w 16747958"/>
              <a:gd name="connsiteY19" fmla="*/ 964052 h 2215336"/>
              <a:gd name="connsiteX20" fmla="*/ 16627642 w 16747958"/>
              <a:gd name="connsiteY20" fmla="*/ 747484 h 2215336"/>
              <a:gd name="connsiteX21" fmla="*/ 16747958 w 16747958"/>
              <a:gd name="connsiteY21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8999621 w 16747958"/>
              <a:gd name="connsiteY9" fmla="*/ 771547 h 2215336"/>
              <a:gd name="connsiteX10" fmla="*/ 9288379 w 16747958"/>
              <a:gd name="connsiteY10" fmla="*/ 867799 h 2215336"/>
              <a:gd name="connsiteX11" fmla="*/ 9938084 w 16747958"/>
              <a:gd name="connsiteY11" fmla="*/ 1156557 h 2215336"/>
              <a:gd name="connsiteX12" fmla="*/ 10539663 w 16747958"/>
              <a:gd name="connsiteY12" fmla="*/ 1397189 h 2215336"/>
              <a:gd name="connsiteX13" fmla="*/ 11165305 w 16747958"/>
              <a:gd name="connsiteY13" fmla="*/ 1613757 h 2215336"/>
              <a:gd name="connsiteX14" fmla="*/ 12729411 w 16747958"/>
              <a:gd name="connsiteY14" fmla="*/ 1998768 h 2215336"/>
              <a:gd name="connsiteX15" fmla="*/ 14461958 w 16747958"/>
              <a:gd name="connsiteY15" fmla="*/ 2215336 h 2215336"/>
              <a:gd name="connsiteX16" fmla="*/ 14991347 w 16747958"/>
              <a:gd name="connsiteY16" fmla="*/ 2143147 h 2215336"/>
              <a:gd name="connsiteX17" fmla="*/ 15641053 w 16747958"/>
              <a:gd name="connsiteY17" fmla="*/ 1782199 h 2215336"/>
              <a:gd name="connsiteX18" fmla="*/ 16170442 w 16747958"/>
              <a:gd name="connsiteY18" fmla="*/ 1349062 h 2215336"/>
              <a:gd name="connsiteX19" fmla="*/ 16483263 w 16747958"/>
              <a:gd name="connsiteY19" fmla="*/ 964052 h 2215336"/>
              <a:gd name="connsiteX20" fmla="*/ 16747958 w 16747958"/>
              <a:gd name="connsiteY20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9288379 w 16747958"/>
              <a:gd name="connsiteY9" fmla="*/ 867799 h 2215336"/>
              <a:gd name="connsiteX10" fmla="*/ 9938084 w 16747958"/>
              <a:gd name="connsiteY10" fmla="*/ 1156557 h 2215336"/>
              <a:gd name="connsiteX11" fmla="*/ 10539663 w 16747958"/>
              <a:gd name="connsiteY11" fmla="*/ 1397189 h 2215336"/>
              <a:gd name="connsiteX12" fmla="*/ 11165305 w 16747958"/>
              <a:gd name="connsiteY12" fmla="*/ 1613757 h 2215336"/>
              <a:gd name="connsiteX13" fmla="*/ 12729411 w 16747958"/>
              <a:gd name="connsiteY13" fmla="*/ 1998768 h 2215336"/>
              <a:gd name="connsiteX14" fmla="*/ 14461958 w 16747958"/>
              <a:gd name="connsiteY14" fmla="*/ 2215336 h 2215336"/>
              <a:gd name="connsiteX15" fmla="*/ 14991347 w 16747958"/>
              <a:gd name="connsiteY15" fmla="*/ 2143147 h 2215336"/>
              <a:gd name="connsiteX16" fmla="*/ 15641053 w 16747958"/>
              <a:gd name="connsiteY16" fmla="*/ 1782199 h 2215336"/>
              <a:gd name="connsiteX17" fmla="*/ 16170442 w 16747958"/>
              <a:gd name="connsiteY17" fmla="*/ 1349062 h 2215336"/>
              <a:gd name="connsiteX18" fmla="*/ 16483263 w 16747958"/>
              <a:gd name="connsiteY18" fmla="*/ 964052 h 2215336"/>
              <a:gd name="connsiteX19" fmla="*/ 16747958 w 16747958"/>
              <a:gd name="connsiteY19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061158 w 16747958"/>
              <a:gd name="connsiteY7" fmla="*/ 434662 h 2215336"/>
              <a:gd name="connsiteX8" fmla="*/ 8614611 w 16747958"/>
              <a:gd name="connsiteY8" fmla="*/ 627168 h 2215336"/>
              <a:gd name="connsiteX9" fmla="*/ 9938084 w 16747958"/>
              <a:gd name="connsiteY9" fmla="*/ 1156557 h 2215336"/>
              <a:gd name="connsiteX10" fmla="*/ 10539663 w 16747958"/>
              <a:gd name="connsiteY10" fmla="*/ 1397189 h 2215336"/>
              <a:gd name="connsiteX11" fmla="*/ 11165305 w 16747958"/>
              <a:gd name="connsiteY11" fmla="*/ 1613757 h 2215336"/>
              <a:gd name="connsiteX12" fmla="*/ 12729411 w 16747958"/>
              <a:gd name="connsiteY12" fmla="*/ 1998768 h 2215336"/>
              <a:gd name="connsiteX13" fmla="*/ 14461958 w 16747958"/>
              <a:gd name="connsiteY13" fmla="*/ 2215336 h 2215336"/>
              <a:gd name="connsiteX14" fmla="*/ 14991347 w 16747958"/>
              <a:gd name="connsiteY14" fmla="*/ 2143147 h 2215336"/>
              <a:gd name="connsiteX15" fmla="*/ 15641053 w 16747958"/>
              <a:gd name="connsiteY15" fmla="*/ 1782199 h 2215336"/>
              <a:gd name="connsiteX16" fmla="*/ 16170442 w 16747958"/>
              <a:gd name="connsiteY16" fmla="*/ 1349062 h 2215336"/>
              <a:gd name="connsiteX17" fmla="*/ 16483263 w 16747958"/>
              <a:gd name="connsiteY17" fmla="*/ 964052 h 2215336"/>
              <a:gd name="connsiteX18" fmla="*/ 16747958 w 16747958"/>
              <a:gd name="connsiteY18" fmla="*/ 506852 h 2215336"/>
              <a:gd name="connsiteX0" fmla="*/ 0 w 16747958"/>
              <a:gd name="connsiteY0" fmla="*/ 1517505 h 2215336"/>
              <a:gd name="connsiteX1" fmla="*/ 433137 w 16747958"/>
              <a:gd name="connsiteY1" fmla="*/ 988115 h 2215336"/>
              <a:gd name="connsiteX2" fmla="*/ 1179095 w 16747958"/>
              <a:gd name="connsiteY2" fmla="*/ 506852 h 2215336"/>
              <a:gd name="connsiteX3" fmla="*/ 2093495 w 16747958"/>
              <a:gd name="connsiteY3" fmla="*/ 242157 h 2215336"/>
              <a:gd name="connsiteX4" fmla="*/ 3537284 w 16747958"/>
              <a:gd name="connsiteY4" fmla="*/ 25589 h 2215336"/>
              <a:gd name="connsiteX5" fmla="*/ 5895474 w 16747958"/>
              <a:gd name="connsiteY5" fmla="*/ 25589 h 2215336"/>
              <a:gd name="connsiteX6" fmla="*/ 7146758 w 16747958"/>
              <a:gd name="connsiteY6" fmla="*/ 218094 h 2215336"/>
              <a:gd name="connsiteX7" fmla="*/ 8614611 w 16747958"/>
              <a:gd name="connsiteY7" fmla="*/ 627168 h 2215336"/>
              <a:gd name="connsiteX8" fmla="*/ 9938084 w 16747958"/>
              <a:gd name="connsiteY8" fmla="*/ 1156557 h 2215336"/>
              <a:gd name="connsiteX9" fmla="*/ 10539663 w 16747958"/>
              <a:gd name="connsiteY9" fmla="*/ 1397189 h 2215336"/>
              <a:gd name="connsiteX10" fmla="*/ 11165305 w 16747958"/>
              <a:gd name="connsiteY10" fmla="*/ 1613757 h 2215336"/>
              <a:gd name="connsiteX11" fmla="*/ 12729411 w 16747958"/>
              <a:gd name="connsiteY11" fmla="*/ 1998768 h 2215336"/>
              <a:gd name="connsiteX12" fmla="*/ 14461958 w 16747958"/>
              <a:gd name="connsiteY12" fmla="*/ 2215336 h 2215336"/>
              <a:gd name="connsiteX13" fmla="*/ 14991347 w 16747958"/>
              <a:gd name="connsiteY13" fmla="*/ 2143147 h 2215336"/>
              <a:gd name="connsiteX14" fmla="*/ 15641053 w 16747958"/>
              <a:gd name="connsiteY14" fmla="*/ 1782199 h 2215336"/>
              <a:gd name="connsiteX15" fmla="*/ 16170442 w 16747958"/>
              <a:gd name="connsiteY15" fmla="*/ 1349062 h 2215336"/>
              <a:gd name="connsiteX16" fmla="*/ 16483263 w 16747958"/>
              <a:gd name="connsiteY16" fmla="*/ 964052 h 2215336"/>
              <a:gd name="connsiteX17" fmla="*/ 16747958 w 16747958"/>
              <a:gd name="connsiteY17" fmla="*/ 506852 h 2215336"/>
              <a:gd name="connsiteX0" fmla="*/ 0 w 16747958"/>
              <a:gd name="connsiteY0" fmla="*/ 1517505 h 2215336"/>
              <a:gd name="connsiteX1" fmla="*/ 1179095 w 16747958"/>
              <a:gd name="connsiteY1" fmla="*/ 506852 h 2215336"/>
              <a:gd name="connsiteX2" fmla="*/ 2093495 w 16747958"/>
              <a:gd name="connsiteY2" fmla="*/ 242157 h 2215336"/>
              <a:gd name="connsiteX3" fmla="*/ 3537284 w 16747958"/>
              <a:gd name="connsiteY3" fmla="*/ 25589 h 2215336"/>
              <a:gd name="connsiteX4" fmla="*/ 5895474 w 16747958"/>
              <a:gd name="connsiteY4" fmla="*/ 25589 h 2215336"/>
              <a:gd name="connsiteX5" fmla="*/ 7146758 w 16747958"/>
              <a:gd name="connsiteY5" fmla="*/ 218094 h 2215336"/>
              <a:gd name="connsiteX6" fmla="*/ 8614611 w 16747958"/>
              <a:gd name="connsiteY6" fmla="*/ 627168 h 2215336"/>
              <a:gd name="connsiteX7" fmla="*/ 9938084 w 16747958"/>
              <a:gd name="connsiteY7" fmla="*/ 1156557 h 2215336"/>
              <a:gd name="connsiteX8" fmla="*/ 10539663 w 16747958"/>
              <a:gd name="connsiteY8" fmla="*/ 1397189 h 2215336"/>
              <a:gd name="connsiteX9" fmla="*/ 11165305 w 16747958"/>
              <a:gd name="connsiteY9" fmla="*/ 1613757 h 2215336"/>
              <a:gd name="connsiteX10" fmla="*/ 12729411 w 16747958"/>
              <a:gd name="connsiteY10" fmla="*/ 1998768 h 2215336"/>
              <a:gd name="connsiteX11" fmla="*/ 14461958 w 16747958"/>
              <a:gd name="connsiteY11" fmla="*/ 2215336 h 2215336"/>
              <a:gd name="connsiteX12" fmla="*/ 14991347 w 16747958"/>
              <a:gd name="connsiteY12" fmla="*/ 2143147 h 2215336"/>
              <a:gd name="connsiteX13" fmla="*/ 15641053 w 16747958"/>
              <a:gd name="connsiteY13" fmla="*/ 1782199 h 2215336"/>
              <a:gd name="connsiteX14" fmla="*/ 16170442 w 16747958"/>
              <a:gd name="connsiteY14" fmla="*/ 1349062 h 2215336"/>
              <a:gd name="connsiteX15" fmla="*/ 16483263 w 16747958"/>
              <a:gd name="connsiteY15" fmla="*/ 964052 h 2215336"/>
              <a:gd name="connsiteX16" fmla="*/ 16747958 w 16747958"/>
              <a:gd name="connsiteY16" fmla="*/ 506852 h 2215336"/>
              <a:gd name="connsiteX0" fmla="*/ 0 w 16747958"/>
              <a:gd name="connsiteY0" fmla="*/ 1492038 h 2189869"/>
              <a:gd name="connsiteX1" fmla="*/ 1179095 w 16747958"/>
              <a:gd name="connsiteY1" fmla="*/ 481385 h 2189869"/>
              <a:gd name="connsiteX2" fmla="*/ 2093495 w 16747958"/>
              <a:gd name="connsiteY2" fmla="*/ 216690 h 2189869"/>
              <a:gd name="connsiteX3" fmla="*/ 5895474 w 16747958"/>
              <a:gd name="connsiteY3" fmla="*/ 122 h 2189869"/>
              <a:gd name="connsiteX4" fmla="*/ 7146758 w 16747958"/>
              <a:gd name="connsiteY4" fmla="*/ 192627 h 2189869"/>
              <a:gd name="connsiteX5" fmla="*/ 8614611 w 16747958"/>
              <a:gd name="connsiteY5" fmla="*/ 601701 h 2189869"/>
              <a:gd name="connsiteX6" fmla="*/ 9938084 w 16747958"/>
              <a:gd name="connsiteY6" fmla="*/ 1131090 h 2189869"/>
              <a:gd name="connsiteX7" fmla="*/ 10539663 w 16747958"/>
              <a:gd name="connsiteY7" fmla="*/ 1371722 h 2189869"/>
              <a:gd name="connsiteX8" fmla="*/ 11165305 w 16747958"/>
              <a:gd name="connsiteY8" fmla="*/ 1588290 h 2189869"/>
              <a:gd name="connsiteX9" fmla="*/ 12729411 w 16747958"/>
              <a:gd name="connsiteY9" fmla="*/ 1973301 h 2189869"/>
              <a:gd name="connsiteX10" fmla="*/ 14461958 w 16747958"/>
              <a:gd name="connsiteY10" fmla="*/ 2189869 h 2189869"/>
              <a:gd name="connsiteX11" fmla="*/ 14991347 w 16747958"/>
              <a:gd name="connsiteY11" fmla="*/ 2117680 h 2189869"/>
              <a:gd name="connsiteX12" fmla="*/ 15641053 w 16747958"/>
              <a:gd name="connsiteY12" fmla="*/ 1756732 h 2189869"/>
              <a:gd name="connsiteX13" fmla="*/ 16170442 w 16747958"/>
              <a:gd name="connsiteY13" fmla="*/ 1323595 h 2189869"/>
              <a:gd name="connsiteX14" fmla="*/ 16483263 w 16747958"/>
              <a:gd name="connsiteY14" fmla="*/ 938585 h 2189869"/>
              <a:gd name="connsiteX15" fmla="*/ 16747958 w 16747958"/>
              <a:gd name="connsiteY15" fmla="*/ 481385 h 2189869"/>
              <a:gd name="connsiteX0" fmla="*/ 0 w 16747958"/>
              <a:gd name="connsiteY0" fmla="*/ 1492038 h 2189869"/>
              <a:gd name="connsiteX1" fmla="*/ 1179095 w 16747958"/>
              <a:gd name="connsiteY1" fmla="*/ 481385 h 2189869"/>
              <a:gd name="connsiteX2" fmla="*/ 2093495 w 16747958"/>
              <a:gd name="connsiteY2" fmla="*/ 216690 h 2189869"/>
              <a:gd name="connsiteX3" fmla="*/ 5895474 w 16747958"/>
              <a:gd name="connsiteY3" fmla="*/ 122 h 2189869"/>
              <a:gd name="connsiteX4" fmla="*/ 7146758 w 16747958"/>
              <a:gd name="connsiteY4" fmla="*/ 192627 h 2189869"/>
              <a:gd name="connsiteX5" fmla="*/ 8614611 w 16747958"/>
              <a:gd name="connsiteY5" fmla="*/ 601701 h 2189869"/>
              <a:gd name="connsiteX6" fmla="*/ 9938084 w 16747958"/>
              <a:gd name="connsiteY6" fmla="*/ 1131090 h 2189869"/>
              <a:gd name="connsiteX7" fmla="*/ 11165305 w 16747958"/>
              <a:gd name="connsiteY7" fmla="*/ 1588290 h 2189869"/>
              <a:gd name="connsiteX8" fmla="*/ 12729411 w 16747958"/>
              <a:gd name="connsiteY8" fmla="*/ 1973301 h 2189869"/>
              <a:gd name="connsiteX9" fmla="*/ 14461958 w 16747958"/>
              <a:gd name="connsiteY9" fmla="*/ 2189869 h 2189869"/>
              <a:gd name="connsiteX10" fmla="*/ 14991347 w 16747958"/>
              <a:gd name="connsiteY10" fmla="*/ 2117680 h 2189869"/>
              <a:gd name="connsiteX11" fmla="*/ 15641053 w 16747958"/>
              <a:gd name="connsiteY11" fmla="*/ 1756732 h 2189869"/>
              <a:gd name="connsiteX12" fmla="*/ 16170442 w 16747958"/>
              <a:gd name="connsiteY12" fmla="*/ 1323595 h 2189869"/>
              <a:gd name="connsiteX13" fmla="*/ 16483263 w 16747958"/>
              <a:gd name="connsiteY13" fmla="*/ 938585 h 2189869"/>
              <a:gd name="connsiteX14" fmla="*/ 16747958 w 16747958"/>
              <a:gd name="connsiteY14" fmla="*/ 481385 h 2189869"/>
              <a:gd name="connsiteX0" fmla="*/ 0 w 16747958"/>
              <a:gd name="connsiteY0" fmla="*/ 1492038 h 2189869"/>
              <a:gd name="connsiteX1" fmla="*/ 1179095 w 16747958"/>
              <a:gd name="connsiteY1" fmla="*/ 481385 h 2189869"/>
              <a:gd name="connsiteX2" fmla="*/ 2093495 w 16747958"/>
              <a:gd name="connsiteY2" fmla="*/ 216690 h 2189869"/>
              <a:gd name="connsiteX3" fmla="*/ 5895474 w 16747958"/>
              <a:gd name="connsiteY3" fmla="*/ 122 h 2189869"/>
              <a:gd name="connsiteX4" fmla="*/ 7146758 w 16747958"/>
              <a:gd name="connsiteY4" fmla="*/ 192627 h 2189869"/>
              <a:gd name="connsiteX5" fmla="*/ 8614611 w 16747958"/>
              <a:gd name="connsiteY5" fmla="*/ 601701 h 2189869"/>
              <a:gd name="connsiteX6" fmla="*/ 9938084 w 16747958"/>
              <a:gd name="connsiteY6" fmla="*/ 1131090 h 2189869"/>
              <a:gd name="connsiteX7" fmla="*/ 11165305 w 16747958"/>
              <a:gd name="connsiteY7" fmla="*/ 1588290 h 2189869"/>
              <a:gd name="connsiteX8" fmla="*/ 12729411 w 16747958"/>
              <a:gd name="connsiteY8" fmla="*/ 1973301 h 2189869"/>
              <a:gd name="connsiteX9" fmla="*/ 14461958 w 16747958"/>
              <a:gd name="connsiteY9" fmla="*/ 2189869 h 2189869"/>
              <a:gd name="connsiteX10" fmla="*/ 14991347 w 16747958"/>
              <a:gd name="connsiteY10" fmla="*/ 2117680 h 2189869"/>
              <a:gd name="connsiteX11" fmla="*/ 15641053 w 16747958"/>
              <a:gd name="connsiteY11" fmla="*/ 1756732 h 2189869"/>
              <a:gd name="connsiteX12" fmla="*/ 16483263 w 16747958"/>
              <a:gd name="connsiteY12" fmla="*/ 938585 h 2189869"/>
              <a:gd name="connsiteX13" fmla="*/ 16747958 w 16747958"/>
              <a:gd name="connsiteY13" fmla="*/ 481385 h 2189869"/>
              <a:gd name="connsiteX0" fmla="*/ 0 w 16747958"/>
              <a:gd name="connsiteY0" fmla="*/ 1492038 h 2189869"/>
              <a:gd name="connsiteX1" fmla="*/ 1179095 w 16747958"/>
              <a:gd name="connsiteY1" fmla="*/ 481385 h 2189869"/>
              <a:gd name="connsiteX2" fmla="*/ 2093495 w 16747958"/>
              <a:gd name="connsiteY2" fmla="*/ 216690 h 2189869"/>
              <a:gd name="connsiteX3" fmla="*/ 5895474 w 16747958"/>
              <a:gd name="connsiteY3" fmla="*/ 122 h 2189869"/>
              <a:gd name="connsiteX4" fmla="*/ 7146758 w 16747958"/>
              <a:gd name="connsiteY4" fmla="*/ 192627 h 2189869"/>
              <a:gd name="connsiteX5" fmla="*/ 8614611 w 16747958"/>
              <a:gd name="connsiteY5" fmla="*/ 601701 h 2189869"/>
              <a:gd name="connsiteX6" fmla="*/ 9938084 w 16747958"/>
              <a:gd name="connsiteY6" fmla="*/ 1131090 h 2189869"/>
              <a:gd name="connsiteX7" fmla="*/ 11165305 w 16747958"/>
              <a:gd name="connsiteY7" fmla="*/ 1588290 h 2189869"/>
              <a:gd name="connsiteX8" fmla="*/ 12729411 w 16747958"/>
              <a:gd name="connsiteY8" fmla="*/ 1973301 h 2189869"/>
              <a:gd name="connsiteX9" fmla="*/ 14461958 w 16747958"/>
              <a:gd name="connsiteY9" fmla="*/ 2189869 h 2189869"/>
              <a:gd name="connsiteX10" fmla="*/ 15641053 w 16747958"/>
              <a:gd name="connsiteY10" fmla="*/ 1756732 h 2189869"/>
              <a:gd name="connsiteX11" fmla="*/ 16483263 w 16747958"/>
              <a:gd name="connsiteY11" fmla="*/ 938585 h 2189869"/>
              <a:gd name="connsiteX12" fmla="*/ 16747958 w 16747958"/>
              <a:gd name="connsiteY12" fmla="*/ 481385 h 2189869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492038 h 2226990"/>
              <a:gd name="connsiteX1" fmla="*/ 1179095 w 16747958"/>
              <a:gd name="connsiteY1" fmla="*/ 481385 h 2226990"/>
              <a:gd name="connsiteX2" fmla="*/ 2093495 w 16747958"/>
              <a:gd name="connsiteY2" fmla="*/ 216690 h 2226990"/>
              <a:gd name="connsiteX3" fmla="*/ 5895474 w 16747958"/>
              <a:gd name="connsiteY3" fmla="*/ 122 h 2226990"/>
              <a:gd name="connsiteX4" fmla="*/ 7146758 w 16747958"/>
              <a:gd name="connsiteY4" fmla="*/ 192627 h 2226990"/>
              <a:gd name="connsiteX5" fmla="*/ 8614611 w 16747958"/>
              <a:gd name="connsiteY5" fmla="*/ 601701 h 2226990"/>
              <a:gd name="connsiteX6" fmla="*/ 9938084 w 16747958"/>
              <a:gd name="connsiteY6" fmla="*/ 1131090 h 2226990"/>
              <a:gd name="connsiteX7" fmla="*/ 11165305 w 16747958"/>
              <a:gd name="connsiteY7" fmla="*/ 1588290 h 2226990"/>
              <a:gd name="connsiteX8" fmla="*/ 12729411 w 16747958"/>
              <a:gd name="connsiteY8" fmla="*/ 1973301 h 2226990"/>
              <a:gd name="connsiteX9" fmla="*/ 14461958 w 16747958"/>
              <a:gd name="connsiteY9" fmla="*/ 2189869 h 2226990"/>
              <a:gd name="connsiteX10" fmla="*/ 15641053 w 16747958"/>
              <a:gd name="connsiteY10" fmla="*/ 1756732 h 2226990"/>
              <a:gd name="connsiteX11" fmla="*/ 16483263 w 16747958"/>
              <a:gd name="connsiteY11" fmla="*/ 938585 h 2226990"/>
              <a:gd name="connsiteX12" fmla="*/ 16747958 w 16747958"/>
              <a:gd name="connsiteY12" fmla="*/ 481385 h 2226990"/>
              <a:gd name="connsiteX0" fmla="*/ 0 w 16747958"/>
              <a:gd name="connsiteY0" fmla="*/ 1504379 h 2239331"/>
              <a:gd name="connsiteX1" fmla="*/ 1179095 w 16747958"/>
              <a:gd name="connsiteY1" fmla="*/ 493726 h 2239331"/>
              <a:gd name="connsiteX2" fmla="*/ 2093495 w 16747958"/>
              <a:gd name="connsiteY2" fmla="*/ 229031 h 2239331"/>
              <a:gd name="connsiteX3" fmla="*/ 5895474 w 16747958"/>
              <a:gd name="connsiteY3" fmla="*/ 12463 h 2239331"/>
              <a:gd name="connsiteX4" fmla="*/ 8614611 w 16747958"/>
              <a:gd name="connsiteY4" fmla="*/ 614042 h 2239331"/>
              <a:gd name="connsiteX5" fmla="*/ 9938084 w 16747958"/>
              <a:gd name="connsiteY5" fmla="*/ 1143431 h 2239331"/>
              <a:gd name="connsiteX6" fmla="*/ 11165305 w 16747958"/>
              <a:gd name="connsiteY6" fmla="*/ 1600631 h 2239331"/>
              <a:gd name="connsiteX7" fmla="*/ 12729411 w 16747958"/>
              <a:gd name="connsiteY7" fmla="*/ 1985642 h 2239331"/>
              <a:gd name="connsiteX8" fmla="*/ 14461958 w 16747958"/>
              <a:gd name="connsiteY8" fmla="*/ 2202210 h 2239331"/>
              <a:gd name="connsiteX9" fmla="*/ 15641053 w 16747958"/>
              <a:gd name="connsiteY9" fmla="*/ 1769073 h 2239331"/>
              <a:gd name="connsiteX10" fmla="*/ 16483263 w 16747958"/>
              <a:gd name="connsiteY10" fmla="*/ 950926 h 2239331"/>
              <a:gd name="connsiteX11" fmla="*/ 16747958 w 16747958"/>
              <a:gd name="connsiteY11" fmla="*/ 493726 h 2239331"/>
              <a:gd name="connsiteX0" fmla="*/ 0 w 16747958"/>
              <a:gd name="connsiteY0" fmla="*/ 1504379 h 1991537"/>
              <a:gd name="connsiteX1" fmla="*/ 1179095 w 16747958"/>
              <a:gd name="connsiteY1" fmla="*/ 493726 h 1991537"/>
              <a:gd name="connsiteX2" fmla="*/ 2093495 w 16747958"/>
              <a:gd name="connsiteY2" fmla="*/ 229031 h 1991537"/>
              <a:gd name="connsiteX3" fmla="*/ 5895474 w 16747958"/>
              <a:gd name="connsiteY3" fmla="*/ 12463 h 1991537"/>
              <a:gd name="connsiteX4" fmla="*/ 8614611 w 16747958"/>
              <a:gd name="connsiteY4" fmla="*/ 614042 h 1991537"/>
              <a:gd name="connsiteX5" fmla="*/ 9938084 w 16747958"/>
              <a:gd name="connsiteY5" fmla="*/ 1143431 h 1991537"/>
              <a:gd name="connsiteX6" fmla="*/ 11165305 w 16747958"/>
              <a:gd name="connsiteY6" fmla="*/ 1600631 h 1991537"/>
              <a:gd name="connsiteX7" fmla="*/ 12729411 w 16747958"/>
              <a:gd name="connsiteY7" fmla="*/ 1985642 h 1991537"/>
              <a:gd name="connsiteX8" fmla="*/ 15641053 w 16747958"/>
              <a:gd name="connsiteY8" fmla="*/ 1769073 h 1991537"/>
              <a:gd name="connsiteX9" fmla="*/ 16483263 w 16747958"/>
              <a:gd name="connsiteY9" fmla="*/ 950926 h 1991537"/>
              <a:gd name="connsiteX10" fmla="*/ 16747958 w 16747958"/>
              <a:gd name="connsiteY10" fmla="*/ 493726 h 1991537"/>
              <a:gd name="connsiteX0" fmla="*/ 0 w 16747958"/>
              <a:gd name="connsiteY0" fmla="*/ 1504379 h 2020274"/>
              <a:gd name="connsiteX1" fmla="*/ 1179095 w 16747958"/>
              <a:gd name="connsiteY1" fmla="*/ 493726 h 2020274"/>
              <a:gd name="connsiteX2" fmla="*/ 2093495 w 16747958"/>
              <a:gd name="connsiteY2" fmla="*/ 229031 h 2020274"/>
              <a:gd name="connsiteX3" fmla="*/ 5895474 w 16747958"/>
              <a:gd name="connsiteY3" fmla="*/ 12463 h 2020274"/>
              <a:gd name="connsiteX4" fmla="*/ 8614611 w 16747958"/>
              <a:gd name="connsiteY4" fmla="*/ 614042 h 2020274"/>
              <a:gd name="connsiteX5" fmla="*/ 9938084 w 16747958"/>
              <a:gd name="connsiteY5" fmla="*/ 1143431 h 2020274"/>
              <a:gd name="connsiteX6" fmla="*/ 12729411 w 16747958"/>
              <a:gd name="connsiteY6" fmla="*/ 1985642 h 2020274"/>
              <a:gd name="connsiteX7" fmla="*/ 15641053 w 16747958"/>
              <a:gd name="connsiteY7" fmla="*/ 1769073 h 2020274"/>
              <a:gd name="connsiteX8" fmla="*/ 16483263 w 16747958"/>
              <a:gd name="connsiteY8" fmla="*/ 950926 h 2020274"/>
              <a:gd name="connsiteX9" fmla="*/ 16747958 w 16747958"/>
              <a:gd name="connsiteY9" fmla="*/ 493726 h 2020274"/>
              <a:gd name="connsiteX0" fmla="*/ 0 w 16747958"/>
              <a:gd name="connsiteY0" fmla="*/ 1504379 h 2031854"/>
              <a:gd name="connsiteX1" fmla="*/ 1179095 w 16747958"/>
              <a:gd name="connsiteY1" fmla="*/ 493726 h 2031854"/>
              <a:gd name="connsiteX2" fmla="*/ 2093495 w 16747958"/>
              <a:gd name="connsiteY2" fmla="*/ 229031 h 2031854"/>
              <a:gd name="connsiteX3" fmla="*/ 5895474 w 16747958"/>
              <a:gd name="connsiteY3" fmla="*/ 12463 h 2031854"/>
              <a:gd name="connsiteX4" fmla="*/ 8614611 w 16747958"/>
              <a:gd name="connsiteY4" fmla="*/ 614042 h 2031854"/>
              <a:gd name="connsiteX5" fmla="*/ 9938084 w 16747958"/>
              <a:gd name="connsiteY5" fmla="*/ 1143431 h 2031854"/>
              <a:gd name="connsiteX6" fmla="*/ 12729411 w 16747958"/>
              <a:gd name="connsiteY6" fmla="*/ 1985642 h 2031854"/>
              <a:gd name="connsiteX7" fmla="*/ 15641053 w 16747958"/>
              <a:gd name="connsiteY7" fmla="*/ 1769073 h 2031854"/>
              <a:gd name="connsiteX8" fmla="*/ 16747958 w 16747958"/>
              <a:gd name="connsiteY8" fmla="*/ 493726 h 2031854"/>
              <a:gd name="connsiteX0" fmla="*/ 0 w 16747958"/>
              <a:gd name="connsiteY0" fmla="*/ 1520541 h 2048016"/>
              <a:gd name="connsiteX1" fmla="*/ 2093495 w 16747958"/>
              <a:gd name="connsiteY1" fmla="*/ 245193 h 2048016"/>
              <a:gd name="connsiteX2" fmla="*/ 5895474 w 16747958"/>
              <a:gd name="connsiteY2" fmla="*/ 28625 h 2048016"/>
              <a:gd name="connsiteX3" fmla="*/ 8614611 w 16747958"/>
              <a:gd name="connsiteY3" fmla="*/ 630204 h 2048016"/>
              <a:gd name="connsiteX4" fmla="*/ 9938084 w 16747958"/>
              <a:gd name="connsiteY4" fmla="*/ 1159593 h 2048016"/>
              <a:gd name="connsiteX5" fmla="*/ 12729411 w 16747958"/>
              <a:gd name="connsiteY5" fmla="*/ 2001804 h 2048016"/>
              <a:gd name="connsiteX6" fmla="*/ 15641053 w 16747958"/>
              <a:gd name="connsiteY6" fmla="*/ 1785235 h 2048016"/>
              <a:gd name="connsiteX7" fmla="*/ 16747958 w 16747958"/>
              <a:gd name="connsiteY7" fmla="*/ 509888 h 2048016"/>
              <a:gd name="connsiteX0" fmla="*/ 0 w 17268220"/>
              <a:gd name="connsiteY0" fmla="*/ 3898403 h 3898403"/>
              <a:gd name="connsiteX1" fmla="*/ 2613757 w 17268220"/>
              <a:gd name="connsiteY1" fmla="*/ 368586 h 3898403"/>
              <a:gd name="connsiteX2" fmla="*/ 6415736 w 17268220"/>
              <a:gd name="connsiteY2" fmla="*/ 152018 h 3898403"/>
              <a:gd name="connsiteX3" fmla="*/ 9134873 w 17268220"/>
              <a:gd name="connsiteY3" fmla="*/ 753597 h 3898403"/>
              <a:gd name="connsiteX4" fmla="*/ 10458346 w 17268220"/>
              <a:gd name="connsiteY4" fmla="*/ 1282986 h 3898403"/>
              <a:gd name="connsiteX5" fmla="*/ 13249673 w 17268220"/>
              <a:gd name="connsiteY5" fmla="*/ 2125197 h 3898403"/>
              <a:gd name="connsiteX6" fmla="*/ 16161315 w 17268220"/>
              <a:gd name="connsiteY6" fmla="*/ 1908628 h 3898403"/>
              <a:gd name="connsiteX7" fmla="*/ 17268220 w 17268220"/>
              <a:gd name="connsiteY7" fmla="*/ 633281 h 3898403"/>
              <a:gd name="connsiteX0" fmla="*/ 0 w 17268220"/>
              <a:gd name="connsiteY0" fmla="*/ 3535937 h 3535937"/>
              <a:gd name="connsiteX1" fmla="*/ 2613757 w 17268220"/>
              <a:gd name="connsiteY1" fmla="*/ 6120 h 3535937"/>
              <a:gd name="connsiteX2" fmla="*/ 5454040 w 17268220"/>
              <a:gd name="connsiteY2" fmla="*/ 2627345 h 3535937"/>
              <a:gd name="connsiteX3" fmla="*/ 9134873 w 17268220"/>
              <a:gd name="connsiteY3" fmla="*/ 391131 h 3535937"/>
              <a:gd name="connsiteX4" fmla="*/ 10458346 w 17268220"/>
              <a:gd name="connsiteY4" fmla="*/ 920520 h 3535937"/>
              <a:gd name="connsiteX5" fmla="*/ 13249673 w 17268220"/>
              <a:gd name="connsiteY5" fmla="*/ 1762731 h 3535937"/>
              <a:gd name="connsiteX6" fmla="*/ 16161315 w 17268220"/>
              <a:gd name="connsiteY6" fmla="*/ 1546162 h 3535937"/>
              <a:gd name="connsiteX7" fmla="*/ 17268220 w 17268220"/>
              <a:gd name="connsiteY7" fmla="*/ 270815 h 3535937"/>
              <a:gd name="connsiteX0" fmla="*/ 0 w 17268220"/>
              <a:gd name="connsiteY0" fmla="*/ 4129212 h 4129212"/>
              <a:gd name="connsiteX1" fmla="*/ 2613757 w 17268220"/>
              <a:gd name="connsiteY1" fmla="*/ 599395 h 4129212"/>
              <a:gd name="connsiteX2" fmla="*/ 5454040 w 17268220"/>
              <a:gd name="connsiteY2" fmla="*/ 3220620 h 4129212"/>
              <a:gd name="connsiteX3" fmla="*/ 9402887 w 17268220"/>
              <a:gd name="connsiteY3" fmla="*/ 38475 h 4129212"/>
              <a:gd name="connsiteX4" fmla="*/ 10458346 w 17268220"/>
              <a:gd name="connsiteY4" fmla="*/ 1513795 h 4129212"/>
              <a:gd name="connsiteX5" fmla="*/ 13249673 w 17268220"/>
              <a:gd name="connsiteY5" fmla="*/ 2356006 h 4129212"/>
              <a:gd name="connsiteX6" fmla="*/ 16161315 w 17268220"/>
              <a:gd name="connsiteY6" fmla="*/ 2139437 h 4129212"/>
              <a:gd name="connsiteX7" fmla="*/ 17268220 w 17268220"/>
              <a:gd name="connsiteY7" fmla="*/ 864090 h 4129212"/>
              <a:gd name="connsiteX0" fmla="*/ 0 w 17268220"/>
              <a:gd name="connsiteY0" fmla="*/ 4097433 h 4097433"/>
              <a:gd name="connsiteX1" fmla="*/ 2613757 w 17268220"/>
              <a:gd name="connsiteY1" fmla="*/ 567616 h 4097433"/>
              <a:gd name="connsiteX2" fmla="*/ 5454040 w 17268220"/>
              <a:gd name="connsiteY2" fmla="*/ 3188841 h 4097433"/>
              <a:gd name="connsiteX3" fmla="*/ 9402887 w 17268220"/>
              <a:gd name="connsiteY3" fmla="*/ 6696 h 4097433"/>
              <a:gd name="connsiteX4" fmla="*/ 11057436 w 17268220"/>
              <a:gd name="connsiteY4" fmla="*/ 2349120 h 4097433"/>
              <a:gd name="connsiteX5" fmla="*/ 13249673 w 17268220"/>
              <a:gd name="connsiteY5" fmla="*/ 2324227 h 4097433"/>
              <a:gd name="connsiteX6" fmla="*/ 16161315 w 17268220"/>
              <a:gd name="connsiteY6" fmla="*/ 2107658 h 4097433"/>
              <a:gd name="connsiteX7" fmla="*/ 17268220 w 17268220"/>
              <a:gd name="connsiteY7" fmla="*/ 832311 h 4097433"/>
              <a:gd name="connsiteX0" fmla="*/ 0 w 17268220"/>
              <a:gd name="connsiteY0" fmla="*/ 4098379 h 4098379"/>
              <a:gd name="connsiteX1" fmla="*/ 2613757 w 17268220"/>
              <a:gd name="connsiteY1" fmla="*/ 568562 h 4098379"/>
              <a:gd name="connsiteX2" fmla="*/ 5454040 w 17268220"/>
              <a:gd name="connsiteY2" fmla="*/ 3189787 h 4098379"/>
              <a:gd name="connsiteX3" fmla="*/ 9402887 w 17268220"/>
              <a:gd name="connsiteY3" fmla="*/ 7642 h 4098379"/>
              <a:gd name="connsiteX4" fmla="*/ 11057436 w 17268220"/>
              <a:gd name="connsiteY4" fmla="*/ 2350066 h 4098379"/>
              <a:gd name="connsiteX5" fmla="*/ 14195604 w 17268220"/>
              <a:gd name="connsiteY5" fmla="*/ 3980552 h 4098379"/>
              <a:gd name="connsiteX6" fmla="*/ 16161315 w 17268220"/>
              <a:gd name="connsiteY6" fmla="*/ 2108604 h 4098379"/>
              <a:gd name="connsiteX7" fmla="*/ 17268220 w 17268220"/>
              <a:gd name="connsiteY7" fmla="*/ 833257 h 4098379"/>
              <a:gd name="connsiteX0" fmla="*/ 0 w 18009199"/>
              <a:gd name="connsiteY0" fmla="*/ 4211053 h 4211053"/>
              <a:gd name="connsiteX1" fmla="*/ 2613757 w 18009199"/>
              <a:gd name="connsiteY1" fmla="*/ 681236 h 4211053"/>
              <a:gd name="connsiteX2" fmla="*/ 5454040 w 18009199"/>
              <a:gd name="connsiteY2" fmla="*/ 3302461 h 4211053"/>
              <a:gd name="connsiteX3" fmla="*/ 9402887 w 18009199"/>
              <a:gd name="connsiteY3" fmla="*/ 120316 h 4211053"/>
              <a:gd name="connsiteX4" fmla="*/ 11057436 w 18009199"/>
              <a:gd name="connsiteY4" fmla="*/ 2462740 h 4211053"/>
              <a:gd name="connsiteX5" fmla="*/ 14195604 w 18009199"/>
              <a:gd name="connsiteY5" fmla="*/ 4093226 h 4211053"/>
              <a:gd name="connsiteX6" fmla="*/ 16161315 w 18009199"/>
              <a:gd name="connsiteY6" fmla="*/ 2221278 h 4211053"/>
              <a:gd name="connsiteX7" fmla="*/ 18009199 w 18009199"/>
              <a:gd name="connsiteY7" fmla="*/ 0 h 4211053"/>
              <a:gd name="connsiteX0" fmla="*/ 0 w 18009199"/>
              <a:gd name="connsiteY0" fmla="*/ 4211053 h 4211053"/>
              <a:gd name="connsiteX1" fmla="*/ 2613757 w 18009199"/>
              <a:gd name="connsiteY1" fmla="*/ 681236 h 4211053"/>
              <a:gd name="connsiteX2" fmla="*/ 5454040 w 18009199"/>
              <a:gd name="connsiteY2" fmla="*/ 3302461 h 4211053"/>
              <a:gd name="connsiteX3" fmla="*/ 9402887 w 18009199"/>
              <a:gd name="connsiteY3" fmla="*/ 120316 h 4211053"/>
              <a:gd name="connsiteX4" fmla="*/ 11057436 w 18009199"/>
              <a:gd name="connsiteY4" fmla="*/ 2462740 h 4211053"/>
              <a:gd name="connsiteX5" fmla="*/ 14195604 w 18009199"/>
              <a:gd name="connsiteY5" fmla="*/ 4093226 h 4211053"/>
              <a:gd name="connsiteX6" fmla="*/ 15782943 w 18009199"/>
              <a:gd name="connsiteY6" fmla="*/ 1858671 h 4211053"/>
              <a:gd name="connsiteX7" fmla="*/ 18009199 w 18009199"/>
              <a:gd name="connsiteY7" fmla="*/ 0 h 4211053"/>
              <a:gd name="connsiteX0" fmla="*/ 0 w 18009199"/>
              <a:gd name="connsiteY0" fmla="*/ 4211053 h 4211124"/>
              <a:gd name="connsiteX1" fmla="*/ 2613757 w 18009199"/>
              <a:gd name="connsiteY1" fmla="*/ 681236 h 4211124"/>
              <a:gd name="connsiteX2" fmla="*/ 5454040 w 18009199"/>
              <a:gd name="connsiteY2" fmla="*/ 3302461 h 4211124"/>
              <a:gd name="connsiteX3" fmla="*/ 9402887 w 18009199"/>
              <a:gd name="connsiteY3" fmla="*/ 120316 h 4211124"/>
              <a:gd name="connsiteX4" fmla="*/ 11057436 w 18009199"/>
              <a:gd name="connsiteY4" fmla="*/ 2462740 h 4211124"/>
              <a:gd name="connsiteX5" fmla="*/ 14195604 w 18009199"/>
              <a:gd name="connsiteY5" fmla="*/ 4093226 h 4211124"/>
              <a:gd name="connsiteX6" fmla="*/ 15782943 w 18009199"/>
              <a:gd name="connsiteY6" fmla="*/ 1858671 h 4211124"/>
              <a:gd name="connsiteX7" fmla="*/ 18009199 w 18009199"/>
              <a:gd name="connsiteY7" fmla="*/ 0 h 4211124"/>
              <a:gd name="connsiteX0" fmla="*/ 0 w 18009414"/>
              <a:gd name="connsiteY0" fmla="*/ 4211056 h 4211127"/>
              <a:gd name="connsiteX1" fmla="*/ 2613757 w 18009414"/>
              <a:gd name="connsiteY1" fmla="*/ 681239 h 4211127"/>
              <a:gd name="connsiteX2" fmla="*/ 5454040 w 18009414"/>
              <a:gd name="connsiteY2" fmla="*/ 3302464 h 4211127"/>
              <a:gd name="connsiteX3" fmla="*/ 9402887 w 18009414"/>
              <a:gd name="connsiteY3" fmla="*/ 120319 h 4211127"/>
              <a:gd name="connsiteX4" fmla="*/ 11057436 w 18009414"/>
              <a:gd name="connsiteY4" fmla="*/ 2462743 h 4211127"/>
              <a:gd name="connsiteX5" fmla="*/ 14195604 w 18009414"/>
              <a:gd name="connsiteY5" fmla="*/ 4093229 h 4211127"/>
              <a:gd name="connsiteX6" fmla="*/ 15782943 w 18009414"/>
              <a:gd name="connsiteY6" fmla="*/ 1858674 h 4211127"/>
              <a:gd name="connsiteX7" fmla="*/ 18009199 w 18009414"/>
              <a:gd name="connsiteY7" fmla="*/ 3 h 4211127"/>
              <a:gd name="connsiteX0" fmla="*/ 0 w 18009451"/>
              <a:gd name="connsiteY0" fmla="*/ 4211056 h 4211127"/>
              <a:gd name="connsiteX1" fmla="*/ 2613757 w 18009451"/>
              <a:gd name="connsiteY1" fmla="*/ 681239 h 4211127"/>
              <a:gd name="connsiteX2" fmla="*/ 5454040 w 18009451"/>
              <a:gd name="connsiteY2" fmla="*/ 3302464 h 4211127"/>
              <a:gd name="connsiteX3" fmla="*/ 9402887 w 18009451"/>
              <a:gd name="connsiteY3" fmla="*/ 120319 h 4211127"/>
              <a:gd name="connsiteX4" fmla="*/ 11057436 w 18009451"/>
              <a:gd name="connsiteY4" fmla="*/ 2462743 h 4211127"/>
              <a:gd name="connsiteX5" fmla="*/ 14195604 w 18009451"/>
              <a:gd name="connsiteY5" fmla="*/ 4093229 h 4211127"/>
              <a:gd name="connsiteX6" fmla="*/ 16019426 w 18009451"/>
              <a:gd name="connsiteY6" fmla="*/ 2016329 h 4211127"/>
              <a:gd name="connsiteX7" fmla="*/ 18009199 w 18009451"/>
              <a:gd name="connsiteY7" fmla="*/ 3 h 4211127"/>
              <a:gd name="connsiteX0" fmla="*/ 0 w 18009451"/>
              <a:gd name="connsiteY0" fmla="*/ 4211056 h 4211127"/>
              <a:gd name="connsiteX1" fmla="*/ 2613757 w 18009451"/>
              <a:gd name="connsiteY1" fmla="*/ 681239 h 4211127"/>
              <a:gd name="connsiteX2" fmla="*/ 5454040 w 18009451"/>
              <a:gd name="connsiteY2" fmla="*/ 3302464 h 4211127"/>
              <a:gd name="connsiteX3" fmla="*/ 9402887 w 18009451"/>
              <a:gd name="connsiteY3" fmla="*/ 120319 h 4211127"/>
              <a:gd name="connsiteX4" fmla="*/ 11293919 w 18009451"/>
              <a:gd name="connsiteY4" fmla="*/ 2919943 h 4211127"/>
              <a:gd name="connsiteX5" fmla="*/ 14195604 w 18009451"/>
              <a:gd name="connsiteY5" fmla="*/ 4093229 h 4211127"/>
              <a:gd name="connsiteX6" fmla="*/ 16019426 w 18009451"/>
              <a:gd name="connsiteY6" fmla="*/ 2016329 h 4211127"/>
              <a:gd name="connsiteX7" fmla="*/ 18009199 w 18009451"/>
              <a:gd name="connsiteY7" fmla="*/ 3 h 4211127"/>
              <a:gd name="connsiteX0" fmla="*/ 0 w 18009456"/>
              <a:gd name="connsiteY0" fmla="*/ 4211056 h 4424833"/>
              <a:gd name="connsiteX1" fmla="*/ 2613757 w 18009456"/>
              <a:gd name="connsiteY1" fmla="*/ 681239 h 4424833"/>
              <a:gd name="connsiteX2" fmla="*/ 5454040 w 18009456"/>
              <a:gd name="connsiteY2" fmla="*/ 3302464 h 4424833"/>
              <a:gd name="connsiteX3" fmla="*/ 9402887 w 18009456"/>
              <a:gd name="connsiteY3" fmla="*/ 120319 h 4424833"/>
              <a:gd name="connsiteX4" fmla="*/ 11293919 w 18009456"/>
              <a:gd name="connsiteY4" fmla="*/ 2919943 h 4424833"/>
              <a:gd name="connsiteX5" fmla="*/ 14037948 w 18009456"/>
              <a:gd name="connsiteY5" fmla="*/ 4408539 h 4424833"/>
              <a:gd name="connsiteX6" fmla="*/ 16019426 w 18009456"/>
              <a:gd name="connsiteY6" fmla="*/ 2016329 h 4424833"/>
              <a:gd name="connsiteX7" fmla="*/ 18009199 w 18009456"/>
              <a:gd name="connsiteY7" fmla="*/ 3 h 4424833"/>
              <a:gd name="connsiteX0" fmla="*/ 0 w 18356297"/>
              <a:gd name="connsiteY0" fmla="*/ 4242587 h 4424833"/>
              <a:gd name="connsiteX1" fmla="*/ 2960598 w 18356297"/>
              <a:gd name="connsiteY1" fmla="*/ 681239 h 4424833"/>
              <a:gd name="connsiteX2" fmla="*/ 5800881 w 18356297"/>
              <a:gd name="connsiteY2" fmla="*/ 3302464 h 4424833"/>
              <a:gd name="connsiteX3" fmla="*/ 9749728 w 18356297"/>
              <a:gd name="connsiteY3" fmla="*/ 120319 h 4424833"/>
              <a:gd name="connsiteX4" fmla="*/ 11640760 w 18356297"/>
              <a:gd name="connsiteY4" fmla="*/ 2919943 h 4424833"/>
              <a:gd name="connsiteX5" fmla="*/ 14384789 w 18356297"/>
              <a:gd name="connsiteY5" fmla="*/ 4408539 h 4424833"/>
              <a:gd name="connsiteX6" fmla="*/ 16366267 w 18356297"/>
              <a:gd name="connsiteY6" fmla="*/ 2016329 h 4424833"/>
              <a:gd name="connsiteX7" fmla="*/ 18356040 w 18356297"/>
              <a:gd name="connsiteY7" fmla="*/ 3 h 4424833"/>
              <a:gd name="connsiteX0" fmla="*/ 0 w 18356297"/>
              <a:gd name="connsiteY0" fmla="*/ 4242587 h 4435715"/>
              <a:gd name="connsiteX1" fmla="*/ 2960598 w 18356297"/>
              <a:gd name="connsiteY1" fmla="*/ 681239 h 4435715"/>
              <a:gd name="connsiteX2" fmla="*/ 5800881 w 18356297"/>
              <a:gd name="connsiteY2" fmla="*/ 3302464 h 4435715"/>
              <a:gd name="connsiteX3" fmla="*/ 9749728 w 18356297"/>
              <a:gd name="connsiteY3" fmla="*/ 120319 h 4435715"/>
              <a:gd name="connsiteX4" fmla="*/ 11230857 w 18356297"/>
              <a:gd name="connsiteY4" fmla="*/ 3109130 h 4435715"/>
              <a:gd name="connsiteX5" fmla="*/ 14384789 w 18356297"/>
              <a:gd name="connsiteY5" fmla="*/ 4408539 h 4435715"/>
              <a:gd name="connsiteX6" fmla="*/ 16366267 w 18356297"/>
              <a:gd name="connsiteY6" fmla="*/ 2016329 h 4435715"/>
              <a:gd name="connsiteX7" fmla="*/ 18356040 w 18356297"/>
              <a:gd name="connsiteY7" fmla="*/ 3 h 4435715"/>
              <a:gd name="connsiteX0" fmla="*/ 0 w 18356292"/>
              <a:gd name="connsiteY0" fmla="*/ 4242587 h 4242658"/>
              <a:gd name="connsiteX1" fmla="*/ 2960598 w 18356292"/>
              <a:gd name="connsiteY1" fmla="*/ 681239 h 4242658"/>
              <a:gd name="connsiteX2" fmla="*/ 5800881 w 18356292"/>
              <a:gd name="connsiteY2" fmla="*/ 3302464 h 4242658"/>
              <a:gd name="connsiteX3" fmla="*/ 9749728 w 18356292"/>
              <a:gd name="connsiteY3" fmla="*/ 120319 h 4242658"/>
              <a:gd name="connsiteX4" fmla="*/ 11230857 w 18356292"/>
              <a:gd name="connsiteY4" fmla="*/ 3109130 h 4242658"/>
              <a:gd name="connsiteX5" fmla="*/ 14526679 w 18356292"/>
              <a:gd name="connsiteY5" fmla="*/ 4030167 h 4242658"/>
              <a:gd name="connsiteX6" fmla="*/ 16366267 w 18356292"/>
              <a:gd name="connsiteY6" fmla="*/ 2016329 h 4242658"/>
              <a:gd name="connsiteX7" fmla="*/ 18356040 w 18356292"/>
              <a:gd name="connsiteY7" fmla="*/ 3 h 4242658"/>
              <a:gd name="connsiteX0" fmla="*/ 0 w 18356231"/>
              <a:gd name="connsiteY0" fmla="*/ 4242590 h 4242661"/>
              <a:gd name="connsiteX1" fmla="*/ 2960598 w 18356231"/>
              <a:gd name="connsiteY1" fmla="*/ 681242 h 4242661"/>
              <a:gd name="connsiteX2" fmla="*/ 5800881 w 18356231"/>
              <a:gd name="connsiteY2" fmla="*/ 3302467 h 4242661"/>
              <a:gd name="connsiteX3" fmla="*/ 9749728 w 18356231"/>
              <a:gd name="connsiteY3" fmla="*/ 120322 h 4242661"/>
              <a:gd name="connsiteX4" fmla="*/ 11230857 w 18356231"/>
              <a:gd name="connsiteY4" fmla="*/ 3109133 h 4242661"/>
              <a:gd name="connsiteX5" fmla="*/ 14526679 w 18356231"/>
              <a:gd name="connsiteY5" fmla="*/ 4030170 h 4242661"/>
              <a:gd name="connsiteX6" fmla="*/ 15924833 w 18356231"/>
              <a:gd name="connsiteY6" fmla="*/ 1259588 h 4242661"/>
              <a:gd name="connsiteX7" fmla="*/ 18356040 w 18356231"/>
              <a:gd name="connsiteY7" fmla="*/ 6 h 4242661"/>
              <a:gd name="connsiteX0" fmla="*/ 0 w 18356313"/>
              <a:gd name="connsiteY0" fmla="*/ 4242590 h 4242661"/>
              <a:gd name="connsiteX1" fmla="*/ 2960598 w 18356313"/>
              <a:gd name="connsiteY1" fmla="*/ 681242 h 4242661"/>
              <a:gd name="connsiteX2" fmla="*/ 5800881 w 18356313"/>
              <a:gd name="connsiteY2" fmla="*/ 3302467 h 4242661"/>
              <a:gd name="connsiteX3" fmla="*/ 9749728 w 18356313"/>
              <a:gd name="connsiteY3" fmla="*/ 120322 h 4242661"/>
              <a:gd name="connsiteX4" fmla="*/ 11230857 w 18356313"/>
              <a:gd name="connsiteY4" fmla="*/ 3109133 h 4242661"/>
              <a:gd name="connsiteX5" fmla="*/ 15924833 w 18356313"/>
              <a:gd name="connsiteY5" fmla="*/ 1259588 h 4242661"/>
              <a:gd name="connsiteX6" fmla="*/ 18356040 w 18356313"/>
              <a:gd name="connsiteY6" fmla="*/ 6 h 4242661"/>
              <a:gd name="connsiteX0" fmla="*/ 0 w 18356318"/>
              <a:gd name="connsiteY0" fmla="*/ 4242585 h 4242656"/>
              <a:gd name="connsiteX1" fmla="*/ 2960598 w 18356318"/>
              <a:gd name="connsiteY1" fmla="*/ 681237 h 4242656"/>
              <a:gd name="connsiteX2" fmla="*/ 5800881 w 18356318"/>
              <a:gd name="connsiteY2" fmla="*/ 3302462 h 4242656"/>
              <a:gd name="connsiteX3" fmla="*/ 9749728 w 18356318"/>
              <a:gd name="connsiteY3" fmla="*/ 120317 h 4242656"/>
              <a:gd name="connsiteX4" fmla="*/ 11230857 w 18356318"/>
              <a:gd name="connsiteY4" fmla="*/ 3109128 h 4242656"/>
              <a:gd name="connsiteX5" fmla="*/ 15947109 w 18356318"/>
              <a:gd name="connsiteY5" fmla="*/ 2599917 h 4242656"/>
              <a:gd name="connsiteX6" fmla="*/ 18356040 w 18356318"/>
              <a:gd name="connsiteY6" fmla="*/ 1 h 4242656"/>
              <a:gd name="connsiteX0" fmla="*/ 0 w 18356235"/>
              <a:gd name="connsiteY0" fmla="*/ 4244664 h 4244735"/>
              <a:gd name="connsiteX1" fmla="*/ 2960598 w 18356235"/>
              <a:gd name="connsiteY1" fmla="*/ 683316 h 4244735"/>
              <a:gd name="connsiteX2" fmla="*/ 5800881 w 18356235"/>
              <a:gd name="connsiteY2" fmla="*/ 3304541 h 4244735"/>
              <a:gd name="connsiteX3" fmla="*/ 9749728 w 18356235"/>
              <a:gd name="connsiteY3" fmla="*/ 122396 h 4244735"/>
              <a:gd name="connsiteX4" fmla="*/ 11230857 w 18356235"/>
              <a:gd name="connsiteY4" fmla="*/ 3111207 h 4244735"/>
              <a:gd name="connsiteX5" fmla="*/ 15947109 w 18356235"/>
              <a:gd name="connsiteY5" fmla="*/ 2601996 h 4244735"/>
              <a:gd name="connsiteX6" fmla="*/ 18356040 w 18356235"/>
              <a:gd name="connsiteY6" fmla="*/ 2080 h 4244735"/>
              <a:gd name="connsiteX0" fmla="*/ 0 w 18356235"/>
              <a:gd name="connsiteY0" fmla="*/ 4244664 h 4244735"/>
              <a:gd name="connsiteX1" fmla="*/ 2960598 w 18356235"/>
              <a:gd name="connsiteY1" fmla="*/ 683316 h 4244735"/>
              <a:gd name="connsiteX2" fmla="*/ 5800881 w 18356235"/>
              <a:gd name="connsiteY2" fmla="*/ 3304541 h 4244735"/>
              <a:gd name="connsiteX3" fmla="*/ 9749728 w 18356235"/>
              <a:gd name="connsiteY3" fmla="*/ 122396 h 4244735"/>
              <a:gd name="connsiteX4" fmla="*/ 11230857 w 18356235"/>
              <a:gd name="connsiteY4" fmla="*/ 3111207 h 4244735"/>
              <a:gd name="connsiteX5" fmla="*/ 15947109 w 18356235"/>
              <a:gd name="connsiteY5" fmla="*/ 2601996 h 4244735"/>
              <a:gd name="connsiteX6" fmla="*/ 18356040 w 18356235"/>
              <a:gd name="connsiteY6" fmla="*/ 2080 h 4244735"/>
              <a:gd name="connsiteX0" fmla="*/ 0 w 18356235"/>
              <a:gd name="connsiteY0" fmla="*/ 4244664 h 4244735"/>
              <a:gd name="connsiteX1" fmla="*/ 2960598 w 18356235"/>
              <a:gd name="connsiteY1" fmla="*/ 683316 h 4244735"/>
              <a:gd name="connsiteX2" fmla="*/ 5800881 w 18356235"/>
              <a:gd name="connsiteY2" fmla="*/ 3304541 h 4244735"/>
              <a:gd name="connsiteX3" fmla="*/ 9749728 w 18356235"/>
              <a:gd name="connsiteY3" fmla="*/ 122396 h 4244735"/>
              <a:gd name="connsiteX4" fmla="*/ 11230857 w 18356235"/>
              <a:gd name="connsiteY4" fmla="*/ 3111207 h 4244735"/>
              <a:gd name="connsiteX5" fmla="*/ 15947109 w 18356235"/>
              <a:gd name="connsiteY5" fmla="*/ 2601996 h 4244735"/>
              <a:gd name="connsiteX6" fmla="*/ 18356040 w 18356235"/>
              <a:gd name="connsiteY6" fmla="*/ 2080 h 4244735"/>
              <a:gd name="connsiteX0" fmla="*/ 0 w 18356235"/>
              <a:gd name="connsiteY0" fmla="*/ 4244664 h 4244735"/>
              <a:gd name="connsiteX1" fmla="*/ 2960598 w 18356235"/>
              <a:gd name="connsiteY1" fmla="*/ 683316 h 4244735"/>
              <a:gd name="connsiteX2" fmla="*/ 5800881 w 18356235"/>
              <a:gd name="connsiteY2" fmla="*/ 3304541 h 4244735"/>
              <a:gd name="connsiteX3" fmla="*/ 9749728 w 18356235"/>
              <a:gd name="connsiteY3" fmla="*/ 122396 h 4244735"/>
              <a:gd name="connsiteX4" fmla="*/ 11230857 w 18356235"/>
              <a:gd name="connsiteY4" fmla="*/ 3111207 h 4244735"/>
              <a:gd name="connsiteX5" fmla="*/ 15947109 w 18356235"/>
              <a:gd name="connsiteY5" fmla="*/ 2601996 h 4244735"/>
              <a:gd name="connsiteX6" fmla="*/ 18356040 w 18356235"/>
              <a:gd name="connsiteY6" fmla="*/ 2080 h 4244735"/>
              <a:gd name="connsiteX0" fmla="*/ 0 w 18356235"/>
              <a:gd name="connsiteY0" fmla="*/ 4244664 h 4244735"/>
              <a:gd name="connsiteX1" fmla="*/ 2960598 w 18356235"/>
              <a:gd name="connsiteY1" fmla="*/ 683316 h 4244735"/>
              <a:gd name="connsiteX2" fmla="*/ 5800881 w 18356235"/>
              <a:gd name="connsiteY2" fmla="*/ 3304541 h 4244735"/>
              <a:gd name="connsiteX3" fmla="*/ 8844809 w 18356235"/>
              <a:gd name="connsiteY3" fmla="*/ 268756 h 4244735"/>
              <a:gd name="connsiteX4" fmla="*/ 11230857 w 18356235"/>
              <a:gd name="connsiteY4" fmla="*/ 3111207 h 4244735"/>
              <a:gd name="connsiteX5" fmla="*/ 15947109 w 18356235"/>
              <a:gd name="connsiteY5" fmla="*/ 2601996 h 4244735"/>
              <a:gd name="connsiteX6" fmla="*/ 18356040 w 18356235"/>
              <a:gd name="connsiteY6" fmla="*/ 2080 h 4244735"/>
              <a:gd name="connsiteX0" fmla="*/ 0 w 18356274"/>
              <a:gd name="connsiteY0" fmla="*/ 4242589 h 4301694"/>
              <a:gd name="connsiteX1" fmla="*/ 2960598 w 18356274"/>
              <a:gd name="connsiteY1" fmla="*/ 681241 h 4301694"/>
              <a:gd name="connsiteX2" fmla="*/ 5800881 w 18356274"/>
              <a:gd name="connsiteY2" fmla="*/ 3302466 h 4301694"/>
              <a:gd name="connsiteX3" fmla="*/ 8844809 w 18356274"/>
              <a:gd name="connsiteY3" fmla="*/ 266681 h 4301694"/>
              <a:gd name="connsiteX4" fmla="*/ 12651482 w 18356274"/>
              <a:gd name="connsiteY4" fmla="*/ 4231214 h 4301694"/>
              <a:gd name="connsiteX5" fmla="*/ 15947109 w 18356274"/>
              <a:gd name="connsiteY5" fmla="*/ 2599921 h 4301694"/>
              <a:gd name="connsiteX6" fmla="*/ 18356040 w 18356274"/>
              <a:gd name="connsiteY6" fmla="*/ 5 h 4301694"/>
              <a:gd name="connsiteX0" fmla="*/ 0 w 18356274"/>
              <a:gd name="connsiteY0" fmla="*/ 4242589 h 4301694"/>
              <a:gd name="connsiteX1" fmla="*/ 2960598 w 18356274"/>
              <a:gd name="connsiteY1" fmla="*/ 681241 h 4301694"/>
              <a:gd name="connsiteX2" fmla="*/ 5800881 w 18356274"/>
              <a:gd name="connsiteY2" fmla="*/ 3302466 h 4301694"/>
              <a:gd name="connsiteX3" fmla="*/ 8844809 w 18356274"/>
              <a:gd name="connsiteY3" fmla="*/ 266681 h 4301694"/>
              <a:gd name="connsiteX4" fmla="*/ 12651482 w 18356274"/>
              <a:gd name="connsiteY4" fmla="*/ 4231214 h 4301694"/>
              <a:gd name="connsiteX5" fmla="*/ 15947109 w 18356274"/>
              <a:gd name="connsiteY5" fmla="*/ 2599921 h 4301694"/>
              <a:gd name="connsiteX6" fmla="*/ 18356040 w 18356274"/>
              <a:gd name="connsiteY6" fmla="*/ 5 h 430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56274" h="4301694">
                <a:moveTo>
                  <a:pt x="0" y="4242589"/>
                </a:moveTo>
                <a:cubicBezTo>
                  <a:pt x="10476" y="4260672"/>
                  <a:pt x="1993785" y="837928"/>
                  <a:pt x="2960598" y="681241"/>
                </a:cubicBezTo>
                <a:cubicBezTo>
                  <a:pt x="3927411" y="524554"/>
                  <a:pt x="4820179" y="3371559"/>
                  <a:pt x="5800881" y="3302466"/>
                </a:cubicBezTo>
                <a:cubicBezTo>
                  <a:pt x="6781583" y="3233373"/>
                  <a:pt x="7703042" y="111890"/>
                  <a:pt x="8844809" y="266681"/>
                </a:cubicBezTo>
                <a:cubicBezTo>
                  <a:pt x="9986576" y="421472"/>
                  <a:pt x="11467765" y="3842341"/>
                  <a:pt x="12651482" y="4231214"/>
                </a:cubicBezTo>
                <a:cubicBezTo>
                  <a:pt x="13835199" y="4620087"/>
                  <a:pt x="14996349" y="3305122"/>
                  <a:pt x="15947109" y="2599921"/>
                </a:cubicBezTo>
                <a:cubicBezTo>
                  <a:pt x="16897869" y="1894720"/>
                  <a:pt x="18377683" y="-2312"/>
                  <a:pt x="18356040" y="5"/>
                </a:cubicBezTo>
              </a:path>
            </a:pathLst>
          </a:cu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C6CD7D-29EC-424D-96E6-1E4D32C73F4F}"/>
              </a:ext>
            </a:extLst>
          </p:cNvPr>
          <p:cNvSpPr txBox="1"/>
          <p:nvPr/>
        </p:nvSpPr>
        <p:spPr>
          <a:xfrm>
            <a:off x="4623514" y="306186"/>
            <a:ext cx="29450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JOURNEY 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F14C32-DEC1-8B43-8C96-B4826B221AD1}"/>
              </a:ext>
            </a:extLst>
          </p:cNvPr>
          <p:cNvSpPr txBox="1"/>
          <p:nvPr/>
        </p:nvSpPr>
        <p:spPr>
          <a:xfrm>
            <a:off x="4813438" y="787593"/>
            <a:ext cx="2565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WRITE YOUR SUBTITLE HERE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855040C-E43E-0E4A-8549-D2D15D457675}"/>
              </a:ext>
            </a:extLst>
          </p:cNvPr>
          <p:cNvSpPr/>
          <p:nvPr/>
        </p:nvSpPr>
        <p:spPr>
          <a:xfrm>
            <a:off x="1172655" y="1179095"/>
            <a:ext cx="1923499" cy="580553"/>
          </a:xfrm>
          <a:custGeom>
            <a:avLst/>
            <a:gdLst>
              <a:gd name="connsiteX0" fmla="*/ 580553 w 3846998"/>
              <a:gd name="connsiteY0" fmla="*/ 0 h 1161106"/>
              <a:gd name="connsiteX1" fmla="*/ 3266445 w 3846998"/>
              <a:gd name="connsiteY1" fmla="*/ 0 h 1161106"/>
              <a:gd name="connsiteX2" fmla="*/ 3846998 w 3846998"/>
              <a:gd name="connsiteY2" fmla="*/ 580553 h 1161106"/>
              <a:gd name="connsiteX3" fmla="*/ 3266445 w 3846998"/>
              <a:gd name="connsiteY3" fmla="*/ 1161106 h 1161106"/>
              <a:gd name="connsiteX4" fmla="*/ 580553 w 3846998"/>
              <a:gd name="connsiteY4" fmla="*/ 1161106 h 1161106"/>
              <a:gd name="connsiteX5" fmla="*/ 0 w 3846998"/>
              <a:gd name="connsiteY5" fmla="*/ 580553 h 1161106"/>
              <a:gd name="connsiteX6" fmla="*/ 580553 w 3846998"/>
              <a:gd name="connsiteY6" fmla="*/ 0 h 116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6998" h="1161106">
                <a:moveTo>
                  <a:pt x="580553" y="0"/>
                </a:moveTo>
                <a:lnTo>
                  <a:pt x="3266445" y="0"/>
                </a:lnTo>
                <a:lnTo>
                  <a:pt x="3846998" y="580553"/>
                </a:lnTo>
                <a:lnTo>
                  <a:pt x="3266445" y="1161106"/>
                </a:lnTo>
                <a:lnTo>
                  <a:pt x="580553" y="1161106"/>
                </a:lnTo>
                <a:cubicBezTo>
                  <a:pt x="259922" y="1161106"/>
                  <a:pt x="0" y="901184"/>
                  <a:pt x="0" y="580553"/>
                </a:cubicBezTo>
                <a:cubicBezTo>
                  <a:pt x="0" y="259922"/>
                  <a:pt x="259922" y="0"/>
                  <a:pt x="58055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17489E1-E369-654E-A959-1D2CA94DAD92}"/>
              </a:ext>
            </a:extLst>
          </p:cNvPr>
          <p:cNvSpPr/>
          <p:nvPr/>
        </p:nvSpPr>
        <p:spPr>
          <a:xfrm>
            <a:off x="3256117" y="1179095"/>
            <a:ext cx="1923499" cy="580553"/>
          </a:xfrm>
          <a:custGeom>
            <a:avLst/>
            <a:gdLst>
              <a:gd name="connsiteX0" fmla="*/ 580553 w 3846998"/>
              <a:gd name="connsiteY0" fmla="*/ 0 h 1161106"/>
              <a:gd name="connsiteX1" fmla="*/ 3266445 w 3846998"/>
              <a:gd name="connsiteY1" fmla="*/ 0 h 1161106"/>
              <a:gd name="connsiteX2" fmla="*/ 3846998 w 3846998"/>
              <a:gd name="connsiteY2" fmla="*/ 580553 h 1161106"/>
              <a:gd name="connsiteX3" fmla="*/ 3266445 w 3846998"/>
              <a:gd name="connsiteY3" fmla="*/ 1161106 h 1161106"/>
              <a:gd name="connsiteX4" fmla="*/ 580553 w 3846998"/>
              <a:gd name="connsiteY4" fmla="*/ 1161106 h 1161106"/>
              <a:gd name="connsiteX5" fmla="*/ 0 w 3846998"/>
              <a:gd name="connsiteY5" fmla="*/ 580553 h 1161106"/>
              <a:gd name="connsiteX6" fmla="*/ 580553 w 3846998"/>
              <a:gd name="connsiteY6" fmla="*/ 0 h 116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6998" h="1161106">
                <a:moveTo>
                  <a:pt x="580553" y="0"/>
                </a:moveTo>
                <a:lnTo>
                  <a:pt x="3266445" y="0"/>
                </a:lnTo>
                <a:lnTo>
                  <a:pt x="3846998" y="580553"/>
                </a:lnTo>
                <a:lnTo>
                  <a:pt x="3266445" y="1161106"/>
                </a:lnTo>
                <a:lnTo>
                  <a:pt x="580553" y="1161106"/>
                </a:lnTo>
                <a:cubicBezTo>
                  <a:pt x="259922" y="1161106"/>
                  <a:pt x="0" y="901184"/>
                  <a:pt x="0" y="580553"/>
                </a:cubicBezTo>
                <a:cubicBezTo>
                  <a:pt x="0" y="259922"/>
                  <a:pt x="259922" y="0"/>
                  <a:pt x="5805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F4796269-3F16-9E4A-B985-0F87DDFF58F8}"/>
              </a:ext>
            </a:extLst>
          </p:cNvPr>
          <p:cNvSpPr/>
          <p:nvPr/>
        </p:nvSpPr>
        <p:spPr>
          <a:xfrm>
            <a:off x="5339578" y="1179095"/>
            <a:ext cx="1923499" cy="580553"/>
          </a:xfrm>
          <a:custGeom>
            <a:avLst/>
            <a:gdLst>
              <a:gd name="connsiteX0" fmla="*/ 580553 w 3846998"/>
              <a:gd name="connsiteY0" fmla="*/ 0 h 1161106"/>
              <a:gd name="connsiteX1" fmla="*/ 3266445 w 3846998"/>
              <a:gd name="connsiteY1" fmla="*/ 0 h 1161106"/>
              <a:gd name="connsiteX2" fmla="*/ 3846998 w 3846998"/>
              <a:gd name="connsiteY2" fmla="*/ 580553 h 1161106"/>
              <a:gd name="connsiteX3" fmla="*/ 3266445 w 3846998"/>
              <a:gd name="connsiteY3" fmla="*/ 1161106 h 1161106"/>
              <a:gd name="connsiteX4" fmla="*/ 580553 w 3846998"/>
              <a:gd name="connsiteY4" fmla="*/ 1161106 h 1161106"/>
              <a:gd name="connsiteX5" fmla="*/ 0 w 3846998"/>
              <a:gd name="connsiteY5" fmla="*/ 580553 h 1161106"/>
              <a:gd name="connsiteX6" fmla="*/ 580553 w 3846998"/>
              <a:gd name="connsiteY6" fmla="*/ 0 h 116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6998" h="1161106">
                <a:moveTo>
                  <a:pt x="580553" y="0"/>
                </a:moveTo>
                <a:lnTo>
                  <a:pt x="3266445" y="0"/>
                </a:lnTo>
                <a:lnTo>
                  <a:pt x="3846998" y="580553"/>
                </a:lnTo>
                <a:lnTo>
                  <a:pt x="3266445" y="1161106"/>
                </a:lnTo>
                <a:lnTo>
                  <a:pt x="580553" y="1161106"/>
                </a:lnTo>
                <a:cubicBezTo>
                  <a:pt x="259922" y="1161106"/>
                  <a:pt x="0" y="901184"/>
                  <a:pt x="0" y="580553"/>
                </a:cubicBezTo>
                <a:cubicBezTo>
                  <a:pt x="0" y="259922"/>
                  <a:pt x="259922" y="0"/>
                  <a:pt x="58055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D80FD12-0928-CC45-B277-206AF08CB72A}"/>
              </a:ext>
            </a:extLst>
          </p:cNvPr>
          <p:cNvSpPr/>
          <p:nvPr/>
        </p:nvSpPr>
        <p:spPr>
          <a:xfrm>
            <a:off x="7423040" y="1179095"/>
            <a:ext cx="1923499" cy="580553"/>
          </a:xfrm>
          <a:custGeom>
            <a:avLst/>
            <a:gdLst>
              <a:gd name="connsiteX0" fmla="*/ 580553 w 3846998"/>
              <a:gd name="connsiteY0" fmla="*/ 0 h 1161106"/>
              <a:gd name="connsiteX1" fmla="*/ 3266445 w 3846998"/>
              <a:gd name="connsiteY1" fmla="*/ 0 h 1161106"/>
              <a:gd name="connsiteX2" fmla="*/ 3846998 w 3846998"/>
              <a:gd name="connsiteY2" fmla="*/ 580553 h 1161106"/>
              <a:gd name="connsiteX3" fmla="*/ 3266445 w 3846998"/>
              <a:gd name="connsiteY3" fmla="*/ 1161106 h 1161106"/>
              <a:gd name="connsiteX4" fmla="*/ 580553 w 3846998"/>
              <a:gd name="connsiteY4" fmla="*/ 1161106 h 1161106"/>
              <a:gd name="connsiteX5" fmla="*/ 0 w 3846998"/>
              <a:gd name="connsiteY5" fmla="*/ 580553 h 1161106"/>
              <a:gd name="connsiteX6" fmla="*/ 580553 w 3846998"/>
              <a:gd name="connsiteY6" fmla="*/ 0 h 116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6998" h="1161106">
                <a:moveTo>
                  <a:pt x="580553" y="0"/>
                </a:moveTo>
                <a:lnTo>
                  <a:pt x="3266445" y="0"/>
                </a:lnTo>
                <a:lnTo>
                  <a:pt x="3846998" y="580553"/>
                </a:lnTo>
                <a:lnTo>
                  <a:pt x="3266445" y="1161106"/>
                </a:lnTo>
                <a:lnTo>
                  <a:pt x="580553" y="1161106"/>
                </a:lnTo>
                <a:cubicBezTo>
                  <a:pt x="259922" y="1161106"/>
                  <a:pt x="0" y="901184"/>
                  <a:pt x="0" y="580553"/>
                </a:cubicBezTo>
                <a:cubicBezTo>
                  <a:pt x="0" y="259922"/>
                  <a:pt x="259922" y="0"/>
                  <a:pt x="5805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51721B31-74E4-2041-8AA7-4A2DD0C30F97}"/>
              </a:ext>
            </a:extLst>
          </p:cNvPr>
          <p:cNvSpPr/>
          <p:nvPr/>
        </p:nvSpPr>
        <p:spPr>
          <a:xfrm>
            <a:off x="9506501" y="1179095"/>
            <a:ext cx="1923499" cy="580553"/>
          </a:xfrm>
          <a:custGeom>
            <a:avLst/>
            <a:gdLst>
              <a:gd name="connsiteX0" fmla="*/ 580553 w 3846998"/>
              <a:gd name="connsiteY0" fmla="*/ 0 h 1161106"/>
              <a:gd name="connsiteX1" fmla="*/ 3266445 w 3846998"/>
              <a:gd name="connsiteY1" fmla="*/ 0 h 1161106"/>
              <a:gd name="connsiteX2" fmla="*/ 3846998 w 3846998"/>
              <a:gd name="connsiteY2" fmla="*/ 580553 h 1161106"/>
              <a:gd name="connsiteX3" fmla="*/ 3266445 w 3846998"/>
              <a:gd name="connsiteY3" fmla="*/ 1161106 h 1161106"/>
              <a:gd name="connsiteX4" fmla="*/ 580553 w 3846998"/>
              <a:gd name="connsiteY4" fmla="*/ 1161106 h 1161106"/>
              <a:gd name="connsiteX5" fmla="*/ 0 w 3846998"/>
              <a:gd name="connsiteY5" fmla="*/ 580553 h 1161106"/>
              <a:gd name="connsiteX6" fmla="*/ 580553 w 3846998"/>
              <a:gd name="connsiteY6" fmla="*/ 0 h 116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6998" h="1161106">
                <a:moveTo>
                  <a:pt x="580553" y="0"/>
                </a:moveTo>
                <a:lnTo>
                  <a:pt x="3266445" y="0"/>
                </a:lnTo>
                <a:lnTo>
                  <a:pt x="3846998" y="580553"/>
                </a:lnTo>
                <a:lnTo>
                  <a:pt x="3266445" y="1161106"/>
                </a:lnTo>
                <a:lnTo>
                  <a:pt x="580553" y="1161106"/>
                </a:lnTo>
                <a:cubicBezTo>
                  <a:pt x="259922" y="1161106"/>
                  <a:pt x="0" y="901184"/>
                  <a:pt x="0" y="580553"/>
                </a:cubicBezTo>
                <a:cubicBezTo>
                  <a:pt x="0" y="259922"/>
                  <a:pt x="259922" y="0"/>
                  <a:pt x="5805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12FC82-6F25-1741-BBF3-2A20DC48ADF2}"/>
              </a:ext>
            </a:extLst>
          </p:cNvPr>
          <p:cNvSpPr/>
          <p:nvPr/>
        </p:nvSpPr>
        <p:spPr>
          <a:xfrm>
            <a:off x="774449" y="5700722"/>
            <a:ext cx="398207" cy="776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BED2C5-3A94-874A-AE46-8B42CC816CE9}"/>
              </a:ext>
            </a:extLst>
          </p:cNvPr>
          <p:cNvSpPr/>
          <p:nvPr/>
        </p:nvSpPr>
        <p:spPr>
          <a:xfrm>
            <a:off x="774449" y="4924444"/>
            <a:ext cx="398207" cy="776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D105-C4E5-E341-ACC0-B3750D1BEEBA}"/>
              </a:ext>
            </a:extLst>
          </p:cNvPr>
          <p:cNvSpPr/>
          <p:nvPr/>
        </p:nvSpPr>
        <p:spPr>
          <a:xfrm>
            <a:off x="774449" y="4148166"/>
            <a:ext cx="398207" cy="7762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AD00A4-9095-E248-B5FD-288E9DCA0A07}"/>
              </a:ext>
            </a:extLst>
          </p:cNvPr>
          <p:cNvSpPr/>
          <p:nvPr/>
        </p:nvSpPr>
        <p:spPr>
          <a:xfrm>
            <a:off x="774449" y="2966483"/>
            <a:ext cx="398207" cy="11816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4420DF-6A8E-F64A-AB98-E653FD063BB8}"/>
              </a:ext>
            </a:extLst>
          </p:cNvPr>
          <p:cNvSpPr/>
          <p:nvPr/>
        </p:nvSpPr>
        <p:spPr>
          <a:xfrm>
            <a:off x="774448" y="1784800"/>
            <a:ext cx="398207" cy="11816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FF82F6-A0EA-424F-A598-892A6514E341}"/>
              </a:ext>
            </a:extLst>
          </p:cNvPr>
          <p:cNvCxnSpPr>
            <a:cxnSpLocks/>
          </p:cNvCxnSpPr>
          <p:nvPr/>
        </p:nvCxnSpPr>
        <p:spPr>
          <a:xfrm>
            <a:off x="774448" y="2966483"/>
            <a:ext cx="10655552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044ACF-3117-BF46-80D6-5BF0057DE333}"/>
              </a:ext>
            </a:extLst>
          </p:cNvPr>
          <p:cNvCxnSpPr>
            <a:cxnSpLocks/>
          </p:cNvCxnSpPr>
          <p:nvPr/>
        </p:nvCxnSpPr>
        <p:spPr>
          <a:xfrm>
            <a:off x="774448" y="4152373"/>
            <a:ext cx="10655552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E4626A-CFA6-0E49-8CEB-683A697DF085}"/>
              </a:ext>
            </a:extLst>
          </p:cNvPr>
          <p:cNvCxnSpPr>
            <a:cxnSpLocks/>
          </p:cNvCxnSpPr>
          <p:nvPr/>
        </p:nvCxnSpPr>
        <p:spPr>
          <a:xfrm>
            <a:off x="774448" y="4924444"/>
            <a:ext cx="10655552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CE3D88-352B-7B4E-8C12-A9C8FEFB1C4C}"/>
              </a:ext>
            </a:extLst>
          </p:cNvPr>
          <p:cNvCxnSpPr>
            <a:cxnSpLocks/>
          </p:cNvCxnSpPr>
          <p:nvPr/>
        </p:nvCxnSpPr>
        <p:spPr>
          <a:xfrm>
            <a:off x="774448" y="5700722"/>
            <a:ext cx="10655552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FA5572E-8AB4-8840-86A7-0EAC2A94B661}"/>
              </a:ext>
            </a:extLst>
          </p:cNvPr>
          <p:cNvSpPr txBox="1"/>
          <p:nvPr/>
        </p:nvSpPr>
        <p:spPr>
          <a:xfrm>
            <a:off x="1569933" y="1330873"/>
            <a:ext cx="976549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PLANNING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F211FF-3211-3D43-9CE2-EB38C021651D}"/>
              </a:ext>
            </a:extLst>
          </p:cNvPr>
          <p:cNvSpPr txBox="1"/>
          <p:nvPr/>
        </p:nvSpPr>
        <p:spPr>
          <a:xfrm>
            <a:off x="3353635" y="1330873"/>
            <a:ext cx="1576072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COMMUNICATION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48B82F-112F-B54E-BC7E-1797C54AC756}"/>
              </a:ext>
            </a:extLst>
          </p:cNvPr>
          <p:cNvSpPr txBox="1"/>
          <p:nvPr/>
        </p:nvSpPr>
        <p:spPr>
          <a:xfrm>
            <a:off x="5695176" y="1330873"/>
            <a:ext cx="1059907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EXECUTION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47567B-B402-D64F-AC69-4392A202ABE8}"/>
              </a:ext>
            </a:extLst>
          </p:cNvPr>
          <p:cNvSpPr txBox="1"/>
          <p:nvPr/>
        </p:nvSpPr>
        <p:spPr>
          <a:xfrm>
            <a:off x="7538190" y="1330873"/>
            <a:ext cx="1540806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IMPLEMENTATION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6C188A-5C4D-E941-B5E0-E29B98DE2AC6}"/>
              </a:ext>
            </a:extLst>
          </p:cNvPr>
          <p:cNvSpPr txBox="1"/>
          <p:nvPr/>
        </p:nvSpPr>
        <p:spPr>
          <a:xfrm>
            <a:off x="9765921" y="1238540"/>
            <a:ext cx="125226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WORKING ON 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FEEDBACK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ADB236-FD77-C649-A6A2-AFBD693074C8}"/>
              </a:ext>
            </a:extLst>
          </p:cNvPr>
          <p:cNvSpPr txBox="1"/>
          <p:nvPr/>
        </p:nvSpPr>
        <p:spPr>
          <a:xfrm rot="16200000">
            <a:off x="568806" y="5832415"/>
            <a:ext cx="715259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endParaRPr lang="en-US" sz="1000" b="1" dirty="0">
              <a:solidFill>
                <a:schemeClr val="bg1"/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  <a:p>
            <a:pPr algn="ctr"/>
            <a:r>
              <a:rPr lang="en-US" sz="1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 ACTION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B3BE56-0211-5147-922C-9D6B42853D17}"/>
              </a:ext>
            </a:extLst>
          </p:cNvPr>
          <p:cNvSpPr txBox="1"/>
          <p:nvPr/>
        </p:nvSpPr>
        <p:spPr>
          <a:xfrm rot="16200000">
            <a:off x="417952" y="3431626"/>
            <a:ext cx="1111202" cy="24622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TOUCHPOINTS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CED9AB-B46E-8440-99FF-43A23DE5300F}"/>
              </a:ext>
            </a:extLst>
          </p:cNvPr>
          <p:cNvSpPr txBox="1"/>
          <p:nvPr/>
        </p:nvSpPr>
        <p:spPr>
          <a:xfrm rot="16200000">
            <a:off x="542986" y="4413195"/>
            <a:ext cx="861134" cy="24622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EMOTIONS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C3AB8F-80F0-8649-BA3E-3267F75C0E2F}"/>
              </a:ext>
            </a:extLst>
          </p:cNvPr>
          <p:cNvSpPr txBox="1"/>
          <p:nvPr/>
        </p:nvSpPr>
        <p:spPr>
          <a:xfrm rot="16200000">
            <a:off x="612942" y="2308966"/>
            <a:ext cx="654346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PAIN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POINTS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C2527F-113D-B943-BA80-91D43D0FE8C8}"/>
              </a:ext>
            </a:extLst>
          </p:cNvPr>
          <p:cNvSpPr txBox="1"/>
          <p:nvPr/>
        </p:nvSpPr>
        <p:spPr>
          <a:xfrm rot="16200000">
            <a:off x="586344" y="5104279"/>
            <a:ext cx="825867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POSSIBLE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SOLUTION</a:t>
            </a:r>
          </a:p>
        </p:txBody>
      </p:sp>
      <p:sp>
        <p:nvSpPr>
          <p:cNvPr id="74" name="Subtitle 2">
            <a:extLst>
              <a:ext uri="{FF2B5EF4-FFF2-40B4-BE49-F238E27FC236}">
                <a16:creationId xmlns:a16="http://schemas.microsoft.com/office/drawing/2014/main" id="{72D81F89-E071-AF49-A71F-67A27A4688B2}"/>
              </a:ext>
            </a:extLst>
          </p:cNvPr>
          <p:cNvSpPr txBox="1">
            <a:spLocks/>
          </p:cNvSpPr>
          <p:nvPr/>
        </p:nvSpPr>
        <p:spPr>
          <a:xfrm>
            <a:off x="3350308" y="5203708"/>
            <a:ext cx="1735116" cy="217752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spcBef>
                <a:spcPts val="0"/>
              </a:spcBef>
            </a:pPr>
            <a:r>
              <a:rPr lang="en-US" sz="10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.</a:t>
            </a:r>
          </a:p>
        </p:txBody>
      </p:sp>
      <p:sp>
        <p:nvSpPr>
          <p:cNvPr id="80" name="Smiley Face 79">
            <a:extLst>
              <a:ext uri="{FF2B5EF4-FFF2-40B4-BE49-F238E27FC236}">
                <a16:creationId xmlns:a16="http://schemas.microsoft.com/office/drawing/2014/main" id="{2DDC6B26-2325-904B-9BB0-AB44A308438F}"/>
              </a:ext>
            </a:extLst>
          </p:cNvPr>
          <p:cNvSpPr/>
          <p:nvPr/>
        </p:nvSpPr>
        <p:spPr>
          <a:xfrm>
            <a:off x="1318338" y="4625729"/>
            <a:ext cx="207174" cy="207174"/>
          </a:xfrm>
          <a:prstGeom prst="smileyFace">
            <a:avLst>
              <a:gd name="adj" fmla="val -4653"/>
            </a:avLst>
          </a:prstGeom>
          <a:ln w="19050" cap="rnd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81" name="Smiley Face 80">
            <a:extLst>
              <a:ext uri="{FF2B5EF4-FFF2-40B4-BE49-F238E27FC236}">
                <a16:creationId xmlns:a16="http://schemas.microsoft.com/office/drawing/2014/main" id="{83B14A93-3CD8-4E4F-9601-76122B2221AA}"/>
              </a:ext>
            </a:extLst>
          </p:cNvPr>
          <p:cNvSpPr/>
          <p:nvPr/>
        </p:nvSpPr>
        <p:spPr>
          <a:xfrm>
            <a:off x="2356563" y="4337346"/>
            <a:ext cx="207174" cy="207174"/>
          </a:xfrm>
          <a:prstGeom prst="smileyFace">
            <a:avLst>
              <a:gd name="adj" fmla="val 4653"/>
            </a:avLst>
          </a:prstGeom>
          <a:ln w="19050" cap="rnd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82" name="Smiley Face 81">
            <a:extLst>
              <a:ext uri="{FF2B5EF4-FFF2-40B4-BE49-F238E27FC236}">
                <a16:creationId xmlns:a16="http://schemas.microsoft.com/office/drawing/2014/main" id="{607A6C4B-F759-A04F-B222-40E48D109023}"/>
              </a:ext>
            </a:extLst>
          </p:cNvPr>
          <p:cNvSpPr/>
          <p:nvPr/>
        </p:nvSpPr>
        <p:spPr>
          <a:xfrm>
            <a:off x="3556795" y="4335456"/>
            <a:ext cx="207174" cy="207174"/>
          </a:xfrm>
          <a:prstGeom prst="smileyFace">
            <a:avLst>
              <a:gd name="adj" fmla="val 4653"/>
            </a:avLst>
          </a:prstGeom>
          <a:solidFill>
            <a:schemeClr val="accent2"/>
          </a:solidFill>
          <a:ln w="19050" cap="rnd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83" name="Smiley Face 82">
            <a:extLst>
              <a:ext uri="{FF2B5EF4-FFF2-40B4-BE49-F238E27FC236}">
                <a16:creationId xmlns:a16="http://schemas.microsoft.com/office/drawing/2014/main" id="{A305F81C-B5E2-E544-9615-39D93EE0A115}"/>
              </a:ext>
            </a:extLst>
          </p:cNvPr>
          <p:cNvSpPr/>
          <p:nvPr/>
        </p:nvSpPr>
        <p:spPr>
          <a:xfrm>
            <a:off x="4452145" y="4532515"/>
            <a:ext cx="207174" cy="207174"/>
          </a:xfrm>
          <a:prstGeom prst="smileyFace">
            <a:avLst>
              <a:gd name="adj" fmla="val -4653"/>
            </a:avLst>
          </a:prstGeom>
          <a:solidFill>
            <a:schemeClr val="accent2"/>
          </a:solidFill>
          <a:ln w="19050" cap="rnd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84" name="Smiley Face 83">
            <a:extLst>
              <a:ext uri="{FF2B5EF4-FFF2-40B4-BE49-F238E27FC236}">
                <a16:creationId xmlns:a16="http://schemas.microsoft.com/office/drawing/2014/main" id="{4D30EE7A-E941-EC43-BE3A-45490918683E}"/>
              </a:ext>
            </a:extLst>
          </p:cNvPr>
          <p:cNvSpPr/>
          <p:nvPr/>
        </p:nvSpPr>
        <p:spPr>
          <a:xfrm>
            <a:off x="5990567" y="4201958"/>
            <a:ext cx="207174" cy="207174"/>
          </a:xfrm>
          <a:prstGeom prst="smileyFace">
            <a:avLst>
              <a:gd name="adj" fmla="val 4653"/>
            </a:avLst>
          </a:prstGeom>
          <a:solidFill>
            <a:schemeClr val="accent3"/>
          </a:solidFill>
          <a:ln w="19050" cap="rnd">
            <a:solidFill>
              <a:schemeClr val="accent3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85" name="Smiley Face 84">
            <a:extLst>
              <a:ext uri="{FF2B5EF4-FFF2-40B4-BE49-F238E27FC236}">
                <a16:creationId xmlns:a16="http://schemas.microsoft.com/office/drawing/2014/main" id="{947E3A2E-8FAC-8B4E-86B5-DE00C3FF4DDE}"/>
              </a:ext>
            </a:extLst>
          </p:cNvPr>
          <p:cNvSpPr/>
          <p:nvPr/>
        </p:nvSpPr>
        <p:spPr>
          <a:xfrm>
            <a:off x="7168885" y="4418555"/>
            <a:ext cx="207174" cy="207174"/>
          </a:xfrm>
          <a:prstGeom prst="smileyFace">
            <a:avLst>
              <a:gd name="adj" fmla="val -197"/>
            </a:avLst>
          </a:prstGeom>
          <a:solidFill>
            <a:schemeClr val="accent3"/>
          </a:solidFill>
          <a:ln w="19050" cap="rnd">
            <a:solidFill>
              <a:schemeClr val="accent3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86" name="Smiley Face 85">
            <a:extLst>
              <a:ext uri="{FF2B5EF4-FFF2-40B4-BE49-F238E27FC236}">
                <a16:creationId xmlns:a16="http://schemas.microsoft.com/office/drawing/2014/main" id="{628EA53D-A548-274F-AE35-45B1D12995F0}"/>
              </a:ext>
            </a:extLst>
          </p:cNvPr>
          <p:cNvSpPr/>
          <p:nvPr/>
        </p:nvSpPr>
        <p:spPr>
          <a:xfrm>
            <a:off x="8596123" y="4632679"/>
            <a:ext cx="207174" cy="207174"/>
          </a:xfrm>
          <a:prstGeom prst="smileyFace">
            <a:avLst>
              <a:gd name="adj" fmla="val -4653"/>
            </a:avLst>
          </a:prstGeom>
          <a:solidFill>
            <a:schemeClr val="accent4"/>
          </a:solidFill>
          <a:ln w="19050" cap="rnd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87" name="Smiley Face 86">
            <a:extLst>
              <a:ext uri="{FF2B5EF4-FFF2-40B4-BE49-F238E27FC236}">
                <a16:creationId xmlns:a16="http://schemas.microsoft.com/office/drawing/2014/main" id="{9329F113-7B6C-DF4B-BE15-C80196F88163}"/>
              </a:ext>
            </a:extLst>
          </p:cNvPr>
          <p:cNvSpPr/>
          <p:nvPr/>
        </p:nvSpPr>
        <p:spPr>
          <a:xfrm>
            <a:off x="9890632" y="4473145"/>
            <a:ext cx="207174" cy="207174"/>
          </a:xfrm>
          <a:prstGeom prst="smileyFace">
            <a:avLst>
              <a:gd name="adj" fmla="val -4653"/>
            </a:avLst>
          </a:prstGeom>
          <a:solidFill>
            <a:schemeClr val="accent5"/>
          </a:solidFill>
          <a:ln w="1905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88" name="Smiley Face 87">
            <a:extLst>
              <a:ext uri="{FF2B5EF4-FFF2-40B4-BE49-F238E27FC236}">
                <a16:creationId xmlns:a16="http://schemas.microsoft.com/office/drawing/2014/main" id="{A677350A-90D6-DC42-82EB-5AE9A62E4D8F}"/>
              </a:ext>
            </a:extLst>
          </p:cNvPr>
          <p:cNvSpPr/>
          <p:nvPr/>
        </p:nvSpPr>
        <p:spPr>
          <a:xfrm>
            <a:off x="11185620" y="4201958"/>
            <a:ext cx="207174" cy="207174"/>
          </a:xfrm>
          <a:prstGeom prst="smileyFace">
            <a:avLst>
              <a:gd name="adj" fmla="val 4653"/>
            </a:avLst>
          </a:prstGeom>
          <a:solidFill>
            <a:schemeClr val="accent5"/>
          </a:solidFill>
          <a:ln w="19050" cap="rnd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latin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1DEAD6-2B8C-4400-925C-693F739398F4}"/>
              </a:ext>
            </a:extLst>
          </p:cNvPr>
          <p:cNvSpPr txBox="1"/>
          <p:nvPr/>
        </p:nvSpPr>
        <p:spPr>
          <a:xfrm>
            <a:off x="5619486" y="2158363"/>
            <a:ext cx="1298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Feature Extraction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353B8-CBA4-6A90-15E6-176C538249A6}"/>
              </a:ext>
            </a:extLst>
          </p:cNvPr>
          <p:cNvSpPr txBox="1"/>
          <p:nvPr/>
        </p:nvSpPr>
        <p:spPr>
          <a:xfrm>
            <a:off x="1261962" y="3140682"/>
            <a:ext cx="1834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Decide on the ML approach to follow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FA561-8931-D43F-CC9C-2E8239032FB5}"/>
              </a:ext>
            </a:extLst>
          </p:cNvPr>
          <p:cNvSpPr txBox="1"/>
          <p:nvPr/>
        </p:nvSpPr>
        <p:spPr>
          <a:xfrm>
            <a:off x="1235080" y="4876999"/>
            <a:ext cx="2657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Study the techniques which are currently being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D3F39-9FA8-0286-E1A4-881A83D66A4B}"/>
              </a:ext>
            </a:extLst>
          </p:cNvPr>
          <p:cNvSpPr txBox="1"/>
          <p:nvPr/>
        </p:nvSpPr>
        <p:spPr>
          <a:xfrm>
            <a:off x="3037861" y="5793190"/>
            <a:ext cx="2657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Follow the approach which extracts features from JavaScript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A45EC-C17D-B335-925E-6C413B62C49E}"/>
              </a:ext>
            </a:extLst>
          </p:cNvPr>
          <p:cNvSpPr txBox="1"/>
          <p:nvPr/>
        </p:nvSpPr>
        <p:spPr>
          <a:xfrm>
            <a:off x="7657702" y="5731002"/>
            <a:ext cx="1905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Extract Features from JavaScript content</a:t>
            </a:r>
          </a:p>
        </p:txBody>
      </p:sp>
    </p:spTree>
    <p:extLst>
      <p:ext uri="{BB962C8B-B14F-4D97-AF65-F5344CB8AC3E}">
        <p14:creationId xmlns:p14="http://schemas.microsoft.com/office/powerpoint/2010/main" val="158437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4"/>
    </mc:Choice>
    <mc:Fallback xmlns="">
      <p:transition spd="slow" advTm="63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37E1C4-185E-4B45-B2D7-8CB1A0B65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152" y="1177097"/>
            <a:ext cx="9674262" cy="5680904"/>
          </a:xfrm>
          <a:custGeom>
            <a:avLst/>
            <a:gdLst>
              <a:gd name="connsiteX0" fmla="*/ 19348523 w 19348523"/>
              <a:gd name="connsiteY0" fmla="*/ 0 h 11361807"/>
              <a:gd name="connsiteX1" fmla="*/ 19348523 w 19348523"/>
              <a:gd name="connsiteY1" fmla="*/ 218962 h 11361807"/>
              <a:gd name="connsiteX2" fmla="*/ 19303173 w 19348523"/>
              <a:gd name="connsiteY2" fmla="*/ 224482 h 11361807"/>
              <a:gd name="connsiteX3" fmla="*/ 17812153 w 19348523"/>
              <a:gd name="connsiteY3" fmla="*/ 424309 h 11361807"/>
              <a:gd name="connsiteX4" fmla="*/ 13923887 w 19348523"/>
              <a:gd name="connsiteY4" fmla="*/ 1169809 h 11361807"/>
              <a:gd name="connsiteX5" fmla="*/ 12563385 w 19348523"/>
              <a:gd name="connsiteY5" fmla="*/ 1675078 h 11361807"/>
              <a:gd name="connsiteX6" fmla="*/ 12183437 w 19348523"/>
              <a:gd name="connsiteY6" fmla="*/ 2226044 h 11361807"/>
              <a:gd name="connsiteX7" fmla="*/ 12905469 w 19348523"/>
              <a:gd name="connsiteY7" fmla="*/ 2906264 h 11361807"/>
              <a:gd name="connsiteX8" fmla="*/ 13825961 w 19348523"/>
              <a:gd name="connsiteY8" fmla="*/ 3740545 h 11361807"/>
              <a:gd name="connsiteX9" fmla="*/ 12951167 w 19348523"/>
              <a:gd name="connsiteY9" fmla="*/ 4581356 h 11361807"/>
              <a:gd name="connsiteX10" fmla="*/ 10762875 w 19348523"/>
              <a:gd name="connsiteY10" fmla="*/ 4785030 h 11361807"/>
              <a:gd name="connsiteX11" fmla="*/ 8239027 w 19348523"/>
              <a:gd name="connsiteY11" fmla="*/ 5321634 h 11361807"/>
              <a:gd name="connsiteX12" fmla="*/ 8368289 w 19348523"/>
              <a:gd name="connsiteY12" fmla="*/ 5499196 h 11361807"/>
              <a:gd name="connsiteX13" fmla="*/ 8851384 w 19348523"/>
              <a:gd name="connsiteY13" fmla="*/ 5901322 h 11361807"/>
              <a:gd name="connsiteX14" fmla="*/ 10281085 w 19348523"/>
              <a:gd name="connsiteY14" fmla="*/ 7759198 h 11361807"/>
              <a:gd name="connsiteX15" fmla="*/ 9880246 w 19348523"/>
              <a:gd name="connsiteY15" fmla="*/ 8774959 h 11361807"/>
              <a:gd name="connsiteX16" fmla="*/ 8783489 w 19348523"/>
              <a:gd name="connsiteY16" fmla="*/ 9551794 h 11361807"/>
              <a:gd name="connsiteX17" fmla="*/ 5627700 w 19348523"/>
              <a:gd name="connsiteY17" fmla="*/ 10704643 h 11361807"/>
              <a:gd name="connsiteX18" fmla="*/ 3922769 w 19348523"/>
              <a:gd name="connsiteY18" fmla="*/ 11257016 h 11361807"/>
              <a:gd name="connsiteX19" fmla="*/ 3637608 w 19348523"/>
              <a:gd name="connsiteY19" fmla="*/ 11361807 h 11361807"/>
              <a:gd name="connsiteX20" fmla="*/ 0 w 19348523"/>
              <a:gd name="connsiteY20" fmla="*/ 11361807 h 11361807"/>
              <a:gd name="connsiteX21" fmla="*/ 69573 w 19348523"/>
              <a:gd name="connsiteY21" fmla="*/ 11313341 h 11361807"/>
              <a:gd name="connsiteX22" fmla="*/ 1614091 w 19348523"/>
              <a:gd name="connsiteY22" fmla="*/ 10485302 h 11361807"/>
              <a:gd name="connsiteX23" fmla="*/ 5310424 w 19348523"/>
              <a:gd name="connsiteY23" fmla="*/ 9252810 h 11361807"/>
              <a:gd name="connsiteX24" fmla="*/ 7893026 w 19348523"/>
              <a:gd name="connsiteY24" fmla="*/ 8414612 h 11361807"/>
              <a:gd name="connsiteX25" fmla="*/ 8658145 w 19348523"/>
              <a:gd name="connsiteY25" fmla="*/ 7759198 h 11361807"/>
              <a:gd name="connsiteX26" fmla="*/ 7686732 w 19348523"/>
              <a:gd name="connsiteY26" fmla="*/ 6427481 h 11361807"/>
              <a:gd name="connsiteX27" fmla="*/ 6935975 w 19348523"/>
              <a:gd name="connsiteY27" fmla="*/ 5321634 h 11361807"/>
              <a:gd name="connsiteX28" fmla="*/ 8449239 w 19348523"/>
              <a:gd name="connsiteY28" fmla="*/ 4362014 h 11361807"/>
              <a:gd name="connsiteX29" fmla="*/ 10565720 w 19348523"/>
              <a:gd name="connsiteY29" fmla="*/ 4179229 h 11361807"/>
              <a:gd name="connsiteX30" fmla="*/ 12730509 w 19348523"/>
              <a:gd name="connsiteY30" fmla="*/ 3740545 h 11361807"/>
              <a:gd name="connsiteX31" fmla="*/ 12101181 w 19348523"/>
              <a:gd name="connsiteY31" fmla="*/ 3104717 h 11361807"/>
              <a:gd name="connsiteX32" fmla="*/ 11283835 w 19348523"/>
              <a:gd name="connsiteY32" fmla="*/ 2226044 h 11361807"/>
              <a:gd name="connsiteX33" fmla="*/ 11851797 w 19348523"/>
              <a:gd name="connsiteY33" fmla="*/ 1493599 h 11361807"/>
              <a:gd name="connsiteX34" fmla="*/ 13372897 w 19348523"/>
              <a:gd name="connsiteY34" fmla="*/ 967440 h 11361807"/>
              <a:gd name="connsiteX35" fmla="*/ 17338197 w 19348523"/>
              <a:gd name="connsiteY35" fmla="*/ 249358 h 11361807"/>
              <a:gd name="connsiteX36" fmla="*/ 19283963 w 19348523"/>
              <a:gd name="connsiteY36" fmla="*/ 7168 h 11361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9348523" h="11361807">
                <a:moveTo>
                  <a:pt x="19348523" y="0"/>
                </a:moveTo>
                <a:lnTo>
                  <a:pt x="19348523" y="218962"/>
                </a:lnTo>
                <a:lnTo>
                  <a:pt x="19303173" y="224482"/>
                </a:lnTo>
                <a:cubicBezTo>
                  <a:pt x="18827877" y="283609"/>
                  <a:pt x="18323319" y="350379"/>
                  <a:pt x="17812153" y="424309"/>
                </a:cubicBezTo>
                <a:cubicBezTo>
                  <a:pt x="16216631" y="654095"/>
                  <a:pt x="14892689" y="904771"/>
                  <a:pt x="13923887" y="1169809"/>
                </a:cubicBezTo>
                <a:cubicBezTo>
                  <a:pt x="13324587" y="1334315"/>
                  <a:pt x="12862381" y="1504044"/>
                  <a:pt x="12563385" y="1675078"/>
                </a:cubicBezTo>
                <a:cubicBezTo>
                  <a:pt x="12240885" y="1857864"/>
                  <a:pt x="12107709" y="2043260"/>
                  <a:pt x="12183437" y="2226044"/>
                </a:cubicBezTo>
                <a:cubicBezTo>
                  <a:pt x="12325753" y="2568113"/>
                  <a:pt x="12599945" y="2727396"/>
                  <a:pt x="12905469" y="2906264"/>
                </a:cubicBezTo>
                <a:cubicBezTo>
                  <a:pt x="13218829" y="3089049"/>
                  <a:pt x="13594859" y="3308391"/>
                  <a:pt x="13825961" y="3740545"/>
                </a:cubicBezTo>
                <a:cubicBezTo>
                  <a:pt x="13965669" y="3999055"/>
                  <a:pt x="13940861" y="4371153"/>
                  <a:pt x="12951167" y="4581356"/>
                </a:cubicBezTo>
                <a:cubicBezTo>
                  <a:pt x="12353173" y="4709305"/>
                  <a:pt x="11547579" y="4748473"/>
                  <a:pt x="10762875" y="4785030"/>
                </a:cubicBezTo>
                <a:cubicBezTo>
                  <a:pt x="9022425" y="4868589"/>
                  <a:pt x="8279503" y="4959981"/>
                  <a:pt x="8239027" y="5321634"/>
                </a:cubicBezTo>
                <a:cubicBezTo>
                  <a:pt x="8239027" y="5324245"/>
                  <a:pt x="8239027" y="5369941"/>
                  <a:pt x="8368289" y="5499196"/>
                </a:cubicBezTo>
                <a:cubicBezTo>
                  <a:pt x="8484492" y="5615395"/>
                  <a:pt x="8660757" y="5752483"/>
                  <a:pt x="8851384" y="5901322"/>
                </a:cubicBezTo>
                <a:cubicBezTo>
                  <a:pt x="9428487" y="6351755"/>
                  <a:pt x="10219719" y="6969307"/>
                  <a:pt x="10281085" y="7759198"/>
                </a:cubicBezTo>
                <a:cubicBezTo>
                  <a:pt x="10307198" y="8106489"/>
                  <a:pt x="10176632" y="8449863"/>
                  <a:pt x="9880246" y="8774959"/>
                </a:cubicBezTo>
                <a:cubicBezTo>
                  <a:pt x="9632170" y="9046525"/>
                  <a:pt x="9275724" y="9301118"/>
                  <a:pt x="8783489" y="9551794"/>
                </a:cubicBezTo>
                <a:cubicBezTo>
                  <a:pt x="7929585" y="9985255"/>
                  <a:pt x="6787129" y="10341685"/>
                  <a:pt x="5627700" y="10704643"/>
                </a:cubicBezTo>
                <a:cubicBezTo>
                  <a:pt x="5067244" y="10879921"/>
                  <a:pt x="4487938" y="11061073"/>
                  <a:pt x="3922769" y="11257016"/>
                </a:cubicBezTo>
                <a:lnTo>
                  <a:pt x="3637608" y="11361807"/>
                </a:lnTo>
                <a:lnTo>
                  <a:pt x="0" y="11361807"/>
                </a:lnTo>
                <a:lnTo>
                  <a:pt x="69573" y="11313341"/>
                </a:lnTo>
                <a:cubicBezTo>
                  <a:pt x="536674" y="11008686"/>
                  <a:pt x="1047106" y="10735978"/>
                  <a:pt x="1614091" y="10485302"/>
                </a:cubicBezTo>
                <a:cubicBezTo>
                  <a:pt x="2807467" y="9956532"/>
                  <a:pt x="4110519" y="9589656"/>
                  <a:pt x="5310424" y="9252810"/>
                </a:cubicBezTo>
                <a:cubicBezTo>
                  <a:pt x="6324924" y="8966883"/>
                  <a:pt x="7246723" y="8708373"/>
                  <a:pt x="7893026" y="8414612"/>
                </a:cubicBezTo>
                <a:cubicBezTo>
                  <a:pt x="8641173" y="8076460"/>
                  <a:pt x="8654228" y="7844063"/>
                  <a:pt x="8658145" y="7759198"/>
                </a:cubicBezTo>
                <a:cubicBezTo>
                  <a:pt x="8681647" y="7319209"/>
                  <a:pt x="8134574" y="6826996"/>
                  <a:pt x="7686732" y="6427481"/>
                </a:cubicBezTo>
                <a:cubicBezTo>
                  <a:pt x="7242806" y="6027966"/>
                  <a:pt x="6851107" y="5676758"/>
                  <a:pt x="6935975" y="5321634"/>
                </a:cubicBezTo>
                <a:cubicBezTo>
                  <a:pt x="7015622" y="4986093"/>
                  <a:pt x="7344648" y="4566994"/>
                  <a:pt x="8449239" y="4362014"/>
                </a:cubicBezTo>
                <a:cubicBezTo>
                  <a:pt x="9069429" y="4245815"/>
                  <a:pt x="9833243" y="4211869"/>
                  <a:pt x="10565720" y="4179229"/>
                </a:cubicBezTo>
                <a:cubicBezTo>
                  <a:pt x="12193881" y="4106116"/>
                  <a:pt x="12846713" y="4027779"/>
                  <a:pt x="12730509" y="3740545"/>
                </a:cubicBezTo>
                <a:cubicBezTo>
                  <a:pt x="12601249" y="3423284"/>
                  <a:pt x="12375369" y="3279667"/>
                  <a:pt x="12101181" y="3104717"/>
                </a:cubicBezTo>
                <a:cubicBezTo>
                  <a:pt x="11766929" y="2891903"/>
                  <a:pt x="11409179" y="2663421"/>
                  <a:pt x="11283835" y="2226044"/>
                </a:cubicBezTo>
                <a:cubicBezTo>
                  <a:pt x="11210718" y="1967534"/>
                  <a:pt x="11411790" y="1722080"/>
                  <a:pt x="11851797" y="1493599"/>
                </a:cubicBezTo>
                <a:cubicBezTo>
                  <a:pt x="12203021" y="1310814"/>
                  <a:pt x="12720065" y="1134558"/>
                  <a:pt x="13372897" y="967440"/>
                </a:cubicBezTo>
                <a:cubicBezTo>
                  <a:pt x="14378257" y="710236"/>
                  <a:pt x="15727009" y="468699"/>
                  <a:pt x="17338197" y="249358"/>
                </a:cubicBezTo>
                <a:cubicBezTo>
                  <a:pt x="18018449" y="156007"/>
                  <a:pt x="18684337" y="75059"/>
                  <a:pt x="19283963" y="7168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pPr defTabSz="914217"/>
            <a:endParaRPr lang="en-US" sz="3266" dirty="0">
              <a:solidFill>
                <a:srgbClr val="AAAAAA"/>
              </a:solidFill>
              <a:latin typeface="Lato Light" panose="020F0502020204030203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92AAD57-FDA2-304C-89FB-8D587BEC3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425" y="1148377"/>
            <a:ext cx="9844988" cy="5709624"/>
          </a:xfrm>
          <a:custGeom>
            <a:avLst/>
            <a:gdLst>
              <a:gd name="connsiteX0" fmla="*/ 19689976 w 19689976"/>
              <a:gd name="connsiteY0" fmla="*/ 0 h 11419247"/>
              <a:gd name="connsiteX1" fmla="*/ 19689976 w 19689976"/>
              <a:gd name="connsiteY1" fmla="*/ 215360 h 11419247"/>
              <a:gd name="connsiteX2" fmla="*/ 19640824 w 19689976"/>
              <a:gd name="connsiteY2" fmla="*/ 221250 h 11419247"/>
              <a:gd name="connsiteX3" fmla="*/ 18150068 w 19689976"/>
              <a:gd name="connsiteY3" fmla="*/ 418216 h 11419247"/>
              <a:gd name="connsiteX4" fmla="*/ 14262486 w 19689976"/>
              <a:gd name="connsiteY4" fmla="*/ 1151996 h 11419247"/>
              <a:gd name="connsiteX5" fmla="*/ 12902224 w 19689976"/>
              <a:gd name="connsiteY5" fmla="*/ 1649452 h 11419247"/>
              <a:gd name="connsiteX6" fmla="*/ 12522342 w 19689976"/>
              <a:gd name="connsiteY6" fmla="*/ 2191301 h 11419247"/>
              <a:gd name="connsiteX7" fmla="*/ 13244246 w 19689976"/>
              <a:gd name="connsiteY7" fmla="*/ 2861105 h 11419247"/>
              <a:gd name="connsiteX8" fmla="*/ 14164578 w 19689976"/>
              <a:gd name="connsiteY8" fmla="*/ 3682364 h 11419247"/>
              <a:gd name="connsiteX9" fmla="*/ 13289938 w 19689976"/>
              <a:gd name="connsiteY9" fmla="*/ 4510152 h 11419247"/>
              <a:gd name="connsiteX10" fmla="*/ 11102031 w 19689976"/>
              <a:gd name="connsiteY10" fmla="*/ 4711224 h 11419247"/>
              <a:gd name="connsiteX11" fmla="*/ 8578627 w 19689976"/>
              <a:gd name="connsiteY11" fmla="*/ 5240016 h 11419247"/>
              <a:gd name="connsiteX12" fmla="*/ 8707865 w 19689976"/>
              <a:gd name="connsiteY12" fmla="*/ 5413668 h 11419247"/>
              <a:gd name="connsiteX13" fmla="*/ 9190877 w 19689976"/>
              <a:gd name="connsiteY13" fmla="*/ 5809283 h 11419247"/>
              <a:gd name="connsiteX14" fmla="*/ 10620326 w 19689976"/>
              <a:gd name="connsiteY14" fmla="*/ 7638511 h 11419247"/>
              <a:gd name="connsiteX15" fmla="*/ 10219558 w 19689976"/>
              <a:gd name="connsiteY15" fmla="*/ 8637341 h 11419247"/>
              <a:gd name="connsiteX16" fmla="*/ 9122993 w 19689976"/>
              <a:gd name="connsiteY16" fmla="*/ 9402458 h 11419247"/>
              <a:gd name="connsiteX17" fmla="*/ 5967761 w 19689976"/>
              <a:gd name="connsiteY17" fmla="*/ 10538381 h 11419247"/>
              <a:gd name="connsiteX18" fmla="*/ 3430250 w 19689976"/>
              <a:gd name="connsiteY18" fmla="*/ 11382727 h 11419247"/>
              <a:gd name="connsiteX19" fmla="*/ 3339249 w 19689976"/>
              <a:gd name="connsiteY19" fmla="*/ 11419247 h 11419247"/>
              <a:gd name="connsiteX20" fmla="*/ 0 w 19689976"/>
              <a:gd name="connsiteY20" fmla="*/ 11419247 h 11419247"/>
              <a:gd name="connsiteX21" fmla="*/ 410611 w 19689976"/>
              <a:gd name="connsiteY21" fmla="*/ 11137047 h 11419247"/>
              <a:gd name="connsiteX22" fmla="*/ 1954857 w 19689976"/>
              <a:gd name="connsiteY22" fmla="*/ 10321642 h 11419247"/>
              <a:gd name="connsiteX23" fmla="*/ 5650540 w 19689976"/>
              <a:gd name="connsiteY23" fmla="*/ 9108684 h 11419247"/>
              <a:gd name="connsiteX24" fmla="*/ 8232687 w 19689976"/>
              <a:gd name="connsiteY24" fmla="*/ 8284813 h 11419247"/>
              <a:gd name="connsiteX25" fmla="*/ 8997672 w 19689976"/>
              <a:gd name="connsiteY25" fmla="*/ 7638511 h 11419247"/>
              <a:gd name="connsiteX26" fmla="*/ 8026430 w 19689976"/>
              <a:gd name="connsiteY26" fmla="*/ 6327629 h 11419247"/>
              <a:gd name="connsiteX27" fmla="*/ 7275805 w 19689976"/>
              <a:gd name="connsiteY27" fmla="*/ 5240016 h 11419247"/>
              <a:gd name="connsiteX28" fmla="*/ 8788802 w 19689976"/>
              <a:gd name="connsiteY28" fmla="*/ 4293413 h 11419247"/>
              <a:gd name="connsiteX29" fmla="*/ 10904910 w 19689976"/>
              <a:gd name="connsiteY29" fmla="*/ 4113232 h 11419247"/>
              <a:gd name="connsiteX30" fmla="*/ 13069318 w 19689976"/>
              <a:gd name="connsiteY30" fmla="*/ 3682364 h 11419247"/>
              <a:gd name="connsiteX31" fmla="*/ 12440100 w 19689976"/>
              <a:gd name="connsiteY31" fmla="*/ 3055648 h 11419247"/>
              <a:gd name="connsiteX32" fmla="*/ 11622899 w 19689976"/>
              <a:gd name="connsiteY32" fmla="*/ 2191301 h 11419247"/>
              <a:gd name="connsiteX33" fmla="*/ 12190762 w 19689976"/>
              <a:gd name="connsiteY33" fmla="*/ 1470577 h 11419247"/>
              <a:gd name="connsiteX34" fmla="*/ 13711594 w 19689976"/>
              <a:gd name="connsiteY34" fmla="*/ 952230 h 11419247"/>
              <a:gd name="connsiteX35" fmla="*/ 17676196 w 19689976"/>
              <a:gd name="connsiteY35" fmla="*/ 244563 h 11419247"/>
              <a:gd name="connsiteX36" fmla="*/ 19621618 w 19689976"/>
              <a:gd name="connsiteY36" fmla="*/ 7423 h 1141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9689976" h="11419247">
                <a:moveTo>
                  <a:pt x="19689976" y="0"/>
                </a:moveTo>
                <a:lnTo>
                  <a:pt x="19689976" y="215360"/>
                </a:lnTo>
                <a:lnTo>
                  <a:pt x="19640824" y="221250"/>
                </a:lnTo>
                <a:cubicBezTo>
                  <a:pt x="19165614" y="279469"/>
                  <a:pt x="18661146" y="345262"/>
                  <a:pt x="18150068" y="418216"/>
                </a:cubicBezTo>
                <a:cubicBezTo>
                  <a:pt x="16554828" y="644095"/>
                  <a:pt x="15231118" y="890864"/>
                  <a:pt x="14262486" y="1151996"/>
                </a:cubicBezTo>
                <a:cubicBezTo>
                  <a:pt x="13663292" y="1312592"/>
                  <a:pt x="13201168" y="1479717"/>
                  <a:pt x="12902224" y="1649452"/>
                </a:cubicBezTo>
                <a:cubicBezTo>
                  <a:pt x="12579782" y="1829634"/>
                  <a:pt x="12446626" y="2012426"/>
                  <a:pt x="12522342" y="2191301"/>
                </a:cubicBezTo>
                <a:cubicBezTo>
                  <a:pt x="12664634" y="2528161"/>
                  <a:pt x="12938776" y="2686147"/>
                  <a:pt x="13244246" y="2861105"/>
                </a:cubicBezTo>
                <a:cubicBezTo>
                  <a:pt x="13557552" y="3041286"/>
                  <a:pt x="13933518" y="3256720"/>
                  <a:pt x="14164578" y="3682364"/>
                </a:cubicBezTo>
                <a:cubicBezTo>
                  <a:pt x="14304260" y="3936968"/>
                  <a:pt x="14279456" y="4303858"/>
                  <a:pt x="13289938" y="4510152"/>
                </a:cubicBezTo>
                <a:cubicBezTo>
                  <a:pt x="12692050" y="4635495"/>
                  <a:pt x="11886596" y="4673360"/>
                  <a:pt x="11102031" y="4711224"/>
                </a:cubicBezTo>
                <a:cubicBezTo>
                  <a:pt x="9361888" y="4793481"/>
                  <a:pt x="8619096" y="4882265"/>
                  <a:pt x="8578627" y="5240016"/>
                </a:cubicBezTo>
                <a:cubicBezTo>
                  <a:pt x="8578627" y="5241321"/>
                  <a:pt x="8578627" y="5287020"/>
                  <a:pt x="8707865" y="5413668"/>
                </a:cubicBezTo>
                <a:cubicBezTo>
                  <a:pt x="8824050" y="5527261"/>
                  <a:pt x="9000283" y="5663049"/>
                  <a:pt x="9190877" y="5809283"/>
                </a:cubicBezTo>
                <a:cubicBezTo>
                  <a:pt x="9767877" y="6253207"/>
                  <a:pt x="10558970" y="6860339"/>
                  <a:pt x="10620326" y="7638511"/>
                </a:cubicBezTo>
                <a:cubicBezTo>
                  <a:pt x="10646434" y="7980595"/>
                  <a:pt x="10515891" y="8317455"/>
                  <a:pt x="10219558" y="8637341"/>
                </a:cubicBezTo>
                <a:cubicBezTo>
                  <a:pt x="9971525" y="8905001"/>
                  <a:pt x="9615142" y="9155688"/>
                  <a:pt x="9122993" y="9402458"/>
                </a:cubicBezTo>
                <a:cubicBezTo>
                  <a:pt x="8269240" y="9829408"/>
                  <a:pt x="7126985" y="10180631"/>
                  <a:pt x="5967761" y="10538381"/>
                </a:cubicBezTo>
                <a:cubicBezTo>
                  <a:pt x="5127224" y="10796901"/>
                  <a:pt x="4244282" y="11068458"/>
                  <a:pt x="3430250" y="11382727"/>
                </a:cubicBezTo>
                <a:lnTo>
                  <a:pt x="3339249" y="11419247"/>
                </a:lnTo>
                <a:lnTo>
                  <a:pt x="0" y="11419247"/>
                </a:lnTo>
                <a:lnTo>
                  <a:pt x="410611" y="11137047"/>
                </a:lnTo>
                <a:cubicBezTo>
                  <a:pt x="877630" y="10836969"/>
                  <a:pt x="1387973" y="10569391"/>
                  <a:pt x="1954857" y="10321642"/>
                </a:cubicBezTo>
                <a:cubicBezTo>
                  <a:pt x="3148024" y="9800684"/>
                  <a:pt x="4450846" y="9440322"/>
                  <a:pt x="5650540" y="9108684"/>
                </a:cubicBezTo>
                <a:cubicBezTo>
                  <a:pt x="6664861" y="8826662"/>
                  <a:pt x="7586498" y="8572058"/>
                  <a:pt x="8232687" y="8284813"/>
                </a:cubicBezTo>
                <a:cubicBezTo>
                  <a:pt x="8980701" y="7949259"/>
                  <a:pt x="8993755" y="7722074"/>
                  <a:pt x="8997672" y="7638511"/>
                </a:cubicBezTo>
                <a:cubicBezTo>
                  <a:pt x="9021170" y="7205033"/>
                  <a:pt x="8474193" y="6723245"/>
                  <a:pt x="8026430" y="6327629"/>
                </a:cubicBezTo>
                <a:cubicBezTo>
                  <a:pt x="7582582" y="5934627"/>
                  <a:pt x="7190951" y="5588627"/>
                  <a:pt x="7275805" y="5240016"/>
                </a:cubicBezTo>
                <a:cubicBezTo>
                  <a:pt x="7355436" y="4908378"/>
                  <a:pt x="7684405" y="4497096"/>
                  <a:pt x="8788802" y="4293413"/>
                </a:cubicBezTo>
                <a:cubicBezTo>
                  <a:pt x="9408883" y="4179821"/>
                  <a:pt x="10172562" y="4145874"/>
                  <a:pt x="10904910" y="4113232"/>
                </a:cubicBezTo>
                <a:cubicBezTo>
                  <a:pt x="12532786" y="4042727"/>
                  <a:pt x="13185502" y="3964386"/>
                  <a:pt x="13069318" y="3682364"/>
                </a:cubicBezTo>
                <a:cubicBezTo>
                  <a:pt x="12940082" y="3370311"/>
                  <a:pt x="12714242" y="3229300"/>
                  <a:pt x="12440100" y="3055648"/>
                </a:cubicBezTo>
                <a:cubicBezTo>
                  <a:pt x="12105910" y="2845437"/>
                  <a:pt x="11748220" y="2622169"/>
                  <a:pt x="11622899" y="2191301"/>
                </a:cubicBezTo>
                <a:cubicBezTo>
                  <a:pt x="11549795" y="1938004"/>
                  <a:pt x="11750831" y="1695151"/>
                  <a:pt x="12190762" y="1470577"/>
                </a:cubicBezTo>
                <a:cubicBezTo>
                  <a:pt x="12541924" y="1290396"/>
                  <a:pt x="13058876" y="1116743"/>
                  <a:pt x="13711594" y="952230"/>
                </a:cubicBezTo>
                <a:cubicBezTo>
                  <a:pt x="14716778" y="698932"/>
                  <a:pt x="16065290" y="461302"/>
                  <a:pt x="17676196" y="244563"/>
                </a:cubicBezTo>
                <a:cubicBezTo>
                  <a:pt x="18356326" y="153167"/>
                  <a:pt x="19022098" y="73848"/>
                  <a:pt x="19621618" y="7423"/>
                </a:cubicBezTo>
                <a:close/>
              </a:path>
            </a:pathLst>
          </a:custGeom>
          <a:solidFill>
            <a:srgbClr val="ABABA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pPr defTabSz="914217"/>
            <a:endParaRPr lang="en-US" sz="3266" dirty="0">
              <a:solidFill>
                <a:srgbClr val="AAAAAA"/>
              </a:solidFill>
              <a:latin typeface="Lato Light" panose="020F0502020204030203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EC9EC6A-C20C-464F-BE1D-0E7E7164D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7278" y="1197563"/>
            <a:ext cx="9163136" cy="5660437"/>
          </a:xfrm>
          <a:custGeom>
            <a:avLst/>
            <a:gdLst>
              <a:gd name="connsiteX0" fmla="*/ 18326271 w 18326271"/>
              <a:gd name="connsiteY0" fmla="*/ 0 h 11320874"/>
              <a:gd name="connsiteX1" fmla="*/ 18326271 w 18326271"/>
              <a:gd name="connsiteY1" fmla="*/ 9721 h 11320874"/>
              <a:gd name="connsiteX2" fmla="*/ 18075965 w 18326271"/>
              <a:gd name="connsiteY2" fmla="*/ 38759 h 11320874"/>
              <a:gd name="connsiteX3" fmla="*/ 16586433 w 18326271"/>
              <a:gd name="connsiteY3" fmla="*/ 228947 h 11320874"/>
              <a:gd name="connsiteX4" fmla="*/ 12646293 w 18326271"/>
              <a:gd name="connsiteY4" fmla="*/ 950776 h 11320874"/>
              <a:gd name="connsiteX5" fmla="*/ 10732361 w 18326271"/>
              <a:gd name="connsiteY5" fmla="*/ 2090301 h 11320874"/>
              <a:gd name="connsiteX6" fmla="*/ 11503939 w 18326271"/>
              <a:gd name="connsiteY6" fmla="*/ 2851288 h 11320874"/>
              <a:gd name="connsiteX7" fmla="*/ 12280739 w 18326271"/>
              <a:gd name="connsiteY7" fmla="*/ 3580950 h 11320874"/>
              <a:gd name="connsiteX8" fmla="*/ 11624049 w 18326271"/>
              <a:gd name="connsiteY8" fmla="*/ 4143533 h 11320874"/>
              <a:gd name="connsiteX9" fmla="*/ 9643535 w 18326271"/>
              <a:gd name="connsiteY9" fmla="*/ 4314526 h 11320874"/>
              <a:gd name="connsiteX10" fmla="*/ 7623854 w 18326271"/>
              <a:gd name="connsiteY10" fmla="*/ 4486826 h 11320874"/>
              <a:gd name="connsiteX11" fmla="*/ 6595083 w 18326271"/>
              <a:gd name="connsiteY11" fmla="*/ 5138168 h 11320874"/>
              <a:gd name="connsiteX12" fmla="*/ 7288328 w 18326271"/>
              <a:gd name="connsiteY12" fmla="*/ 5948758 h 11320874"/>
              <a:gd name="connsiteX13" fmla="*/ 8484209 w 18326271"/>
              <a:gd name="connsiteY13" fmla="*/ 7535998 h 11320874"/>
              <a:gd name="connsiteX14" fmla="*/ 7317051 w 18326271"/>
              <a:gd name="connsiteY14" fmla="*/ 8742092 h 11320874"/>
              <a:gd name="connsiteX15" fmla="*/ 4447459 w 18326271"/>
              <a:gd name="connsiteY15" fmla="*/ 9715844 h 11320874"/>
              <a:gd name="connsiteX16" fmla="*/ 285001 w 18326271"/>
              <a:gd name="connsiteY16" fmla="*/ 11239536 h 11320874"/>
              <a:gd name="connsiteX17" fmla="*/ 142245 w 18326271"/>
              <a:gd name="connsiteY17" fmla="*/ 11320874 h 11320874"/>
              <a:gd name="connsiteX18" fmla="*/ 0 w 18326271"/>
              <a:gd name="connsiteY18" fmla="*/ 11320874 h 11320874"/>
              <a:gd name="connsiteX19" fmla="*/ 227877 w 18326271"/>
              <a:gd name="connsiteY19" fmla="*/ 11190623 h 11320874"/>
              <a:gd name="connsiteX20" fmla="*/ 4433097 w 18326271"/>
              <a:gd name="connsiteY20" fmla="*/ 9653190 h 11320874"/>
              <a:gd name="connsiteX21" fmla="*/ 8412404 w 18326271"/>
              <a:gd name="connsiteY21" fmla="*/ 7535998 h 11320874"/>
              <a:gd name="connsiteX22" fmla="*/ 7236106 w 18326271"/>
              <a:gd name="connsiteY22" fmla="*/ 5972253 h 11320874"/>
              <a:gd name="connsiteX23" fmla="*/ 6537639 w 18326271"/>
              <a:gd name="connsiteY23" fmla="*/ 5138168 h 11320874"/>
              <a:gd name="connsiteX24" fmla="*/ 7605576 w 18326271"/>
              <a:gd name="connsiteY24" fmla="*/ 4460719 h 11320874"/>
              <a:gd name="connsiteX25" fmla="*/ 9635701 w 18326271"/>
              <a:gd name="connsiteY25" fmla="*/ 4287115 h 11320874"/>
              <a:gd name="connsiteX26" fmla="*/ 11596633 w 18326271"/>
              <a:gd name="connsiteY26" fmla="*/ 4118731 h 11320874"/>
              <a:gd name="connsiteX27" fmla="*/ 12232433 w 18326271"/>
              <a:gd name="connsiteY27" fmla="*/ 3580950 h 11320874"/>
              <a:gd name="connsiteX28" fmla="*/ 11468689 w 18326271"/>
              <a:gd name="connsiteY28" fmla="*/ 2860425 h 11320874"/>
              <a:gd name="connsiteX29" fmla="*/ 10691889 w 18326271"/>
              <a:gd name="connsiteY29" fmla="*/ 2090301 h 11320874"/>
              <a:gd name="connsiteX30" fmla="*/ 11167109 w 18326271"/>
              <a:gd name="connsiteY30" fmla="*/ 1452010 h 11320874"/>
              <a:gd name="connsiteX31" fmla="*/ 12620181 w 18326271"/>
              <a:gd name="connsiteY31" fmla="*/ 942944 h 11320874"/>
              <a:gd name="connsiteX32" fmla="*/ 16564239 w 18326271"/>
              <a:gd name="connsiteY32" fmla="*/ 222420 h 11320874"/>
              <a:gd name="connsiteX33" fmla="*/ 18052371 w 18326271"/>
              <a:gd name="connsiteY33" fmla="*/ 31888 h 1132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326271" h="11320874">
                <a:moveTo>
                  <a:pt x="18326271" y="0"/>
                </a:moveTo>
                <a:lnTo>
                  <a:pt x="18326271" y="9721"/>
                </a:lnTo>
                <a:lnTo>
                  <a:pt x="18075965" y="38759"/>
                </a:lnTo>
                <a:cubicBezTo>
                  <a:pt x="17601945" y="94950"/>
                  <a:pt x="17098043" y="158461"/>
                  <a:pt x="16586433" y="228947"/>
                </a:cubicBezTo>
                <a:cubicBezTo>
                  <a:pt x="14977999" y="452153"/>
                  <a:pt x="13635897" y="693633"/>
                  <a:pt x="12646293" y="950776"/>
                </a:cubicBezTo>
                <a:cubicBezTo>
                  <a:pt x="11280689" y="1305817"/>
                  <a:pt x="10588750" y="1689574"/>
                  <a:pt x="10732361" y="2090301"/>
                </a:cubicBezTo>
                <a:cubicBezTo>
                  <a:pt x="10869443" y="2472753"/>
                  <a:pt x="11184081" y="2659410"/>
                  <a:pt x="11503939" y="2851288"/>
                </a:cubicBezTo>
                <a:cubicBezTo>
                  <a:pt x="11805521" y="3031419"/>
                  <a:pt x="12101879" y="3210246"/>
                  <a:pt x="12280739" y="3580950"/>
                </a:cubicBezTo>
                <a:cubicBezTo>
                  <a:pt x="12407377" y="3840704"/>
                  <a:pt x="12197185" y="4027361"/>
                  <a:pt x="11624049" y="4143533"/>
                </a:cubicBezTo>
                <a:cubicBezTo>
                  <a:pt x="11108357" y="4247956"/>
                  <a:pt x="10366807" y="4281894"/>
                  <a:pt x="9643535" y="4314526"/>
                </a:cubicBezTo>
                <a:cubicBezTo>
                  <a:pt x="8928095" y="4347158"/>
                  <a:pt x="8181322" y="4381096"/>
                  <a:pt x="7623854" y="4486826"/>
                </a:cubicBezTo>
                <a:cubicBezTo>
                  <a:pt x="6981525" y="4609524"/>
                  <a:pt x="6652527" y="4811845"/>
                  <a:pt x="6595083" y="5138168"/>
                </a:cubicBezTo>
                <a:cubicBezTo>
                  <a:pt x="6558527" y="5350932"/>
                  <a:pt x="6901886" y="5632876"/>
                  <a:pt x="7288328" y="5948758"/>
                </a:cubicBezTo>
                <a:cubicBezTo>
                  <a:pt x="7818381" y="6383421"/>
                  <a:pt x="8475070" y="6919898"/>
                  <a:pt x="8484209" y="7535998"/>
                </a:cubicBezTo>
                <a:cubicBezTo>
                  <a:pt x="8490737" y="7965441"/>
                  <a:pt x="8119961" y="8363556"/>
                  <a:pt x="7317051" y="8742092"/>
                </a:cubicBezTo>
                <a:cubicBezTo>
                  <a:pt x="6566362" y="9097133"/>
                  <a:pt x="5559784" y="9390825"/>
                  <a:pt x="4447459" y="9715844"/>
                </a:cubicBezTo>
                <a:cubicBezTo>
                  <a:pt x="3055094" y="10122607"/>
                  <a:pt x="1548717" y="10562823"/>
                  <a:pt x="285001" y="11239536"/>
                </a:cubicBezTo>
                <a:lnTo>
                  <a:pt x="142245" y="11320874"/>
                </a:lnTo>
                <a:lnTo>
                  <a:pt x="0" y="11320874"/>
                </a:lnTo>
                <a:lnTo>
                  <a:pt x="227877" y="11190623"/>
                </a:lnTo>
                <a:cubicBezTo>
                  <a:pt x="1509204" y="10502464"/>
                  <a:pt x="3028982" y="10060687"/>
                  <a:pt x="4433097" y="9653190"/>
                </a:cubicBezTo>
                <a:cubicBezTo>
                  <a:pt x="6567666" y="9031868"/>
                  <a:pt x="8420237" y="8492781"/>
                  <a:pt x="8412404" y="7535998"/>
                </a:cubicBezTo>
                <a:cubicBezTo>
                  <a:pt x="8405876" y="6935562"/>
                  <a:pt x="7759631" y="6403000"/>
                  <a:pt x="7236106" y="5972253"/>
                </a:cubicBezTo>
                <a:cubicBezTo>
                  <a:pt x="6828776" y="5635486"/>
                  <a:pt x="6495861" y="5362680"/>
                  <a:pt x="6537639" y="5138168"/>
                </a:cubicBezTo>
                <a:cubicBezTo>
                  <a:pt x="6597694" y="4802707"/>
                  <a:pt x="6950193" y="4586028"/>
                  <a:pt x="7605576" y="4460719"/>
                </a:cubicBezTo>
                <a:cubicBezTo>
                  <a:pt x="8169572" y="4353685"/>
                  <a:pt x="8917651" y="4321052"/>
                  <a:pt x="9635701" y="4287115"/>
                </a:cubicBezTo>
                <a:cubicBezTo>
                  <a:pt x="10352446" y="4255788"/>
                  <a:pt x="11087469" y="4221850"/>
                  <a:pt x="11596633" y="4118731"/>
                </a:cubicBezTo>
                <a:cubicBezTo>
                  <a:pt x="12155407" y="4006476"/>
                  <a:pt x="12352545" y="3832872"/>
                  <a:pt x="12232433" y="3580950"/>
                </a:cubicBezTo>
                <a:cubicBezTo>
                  <a:pt x="12057491" y="3215466"/>
                  <a:pt x="11765049" y="3039252"/>
                  <a:pt x="11468689" y="2860425"/>
                </a:cubicBezTo>
                <a:cubicBezTo>
                  <a:pt x="11146219" y="2667241"/>
                  <a:pt x="10828971" y="2475363"/>
                  <a:pt x="10691889" y="2090301"/>
                </a:cubicBezTo>
                <a:cubicBezTo>
                  <a:pt x="10614861" y="1871010"/>
                  <a:pt x="10781971" y="1656942"/>
                  <a:pt x="11167109" y="1452010"/>
                </a:cubicBezTo>
                <a:cubicBezTo>
                  <a:pt x="11494801" y="1277100"/>
                  <a:pt x="11989601" y="1106106"/>
                  <a:pt x="12620181" y="942944"/>
                </a:cubicBezTo>
                <a:cubicBezTo>
                  <a:pt x="13611091" y="685801"/>
                  <a:pt x="14954499" y="443016"/>
                  <a:pt x="16564239" y="222420"/>
                </a:cubicBezTo>
                <a:cubicBezTo>
                  <a:pt x="17075361" y="151934"/>
                  <a:pt x="17578771" y="88240"/>
                  <a:pt x="18052371" y="31888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pPr defTabSz="914217"/>
            <a:endParaRPr lang="en-US" sz="3266" dirty="0">
              <a:solidFill>
                <a:srgbClr val="AAAAAA"/>
              </a:solidFill>
              <a:latin typeface="Lato Light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FA4F29-D3D9-FC4A-A02E-1E4A5651A3E7}"/>
              </a:ext>
            </a:extLst>
          </p:cNvPr>
          <p:cNvSpPr txBox="1"/>
          <p:nvPr/>
        </p:nvSpPr>
        <p:spPr>
          <a:xfrm>
            <a:off x="2820121" y="306186"/>
            <a:ext cx="655179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3000" b="1" dirty="0">
                <a:solidFill>
                  <a:srgbClr val="08204C"/>
                </a:solidFill>
                <a:latin typeface="Poppins" pitchFamily="2" charset="77"/>
                <a:cs typeface="Poppins" pitchFamily="2" charset="77"/>
              </a:rPr>
              <a:t>GOALS THE POC AIMS TOACHIEVE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23EF0-3C4F-9342-9829-60AB4C2EE97D}"/>
              </a:ext>
            </a:extLst>
          </p:cNvPr>
          <p:cNvSpPr txBox="1"/>
          <p:nvPr/>
        </p:nvSpPr>
        <p:spPr>
          <a:xfrm>
            <a:off x="4920855" y="787593"/>
            <a:ext cx="2350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17"/>
            <a:r>
              <a:rPr lang="en-US" sz="1200" spc="150" dirty="0">
                <a:solidFill>
                  <a:srgbClr val="FFFFFF">
                    <a:lumMod val="65000"/>
                  </a:srgbClr>
                </a:solidFill>
                <a:latin typeface="Poppins Light" pitchFamily="2" charset="77"/>
                <a:cs typeface="Poppins Light" pitchFamily="2" charset="77"/>
              </a:rPr>
              <a:t>What achievable goals</a:t>
            </a:r>
          </a:p>
          <a:p>
            <a:pPr algn="ctr" defTabSz="914217"/>
            <a:r>
              <a:rPr lang="en-US" sz="1200" spc="150" dirty="0">
                <a:solidFill>
                  <a:srgbClr val="FFFFFF">
                    <a:lumMod val="65000"/>
                  </a:srgbClr>
                </a:solidFill>
                <a:latin typeface="Poppins Light" pitchFamily="2" charset="77"/>
                <a:cs typeface="Poppins Light" pitchFamily="2" charset="77"/>
              </a:rPr>
              <a:t> we are targeting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8F5A685-8DBF-CA49-BE99-34D7A6A4DAB5}"/>
              </a:ext>
            </a:extLst>
          </p:cNvPr>
          <p:cNvGrpSpPr/>
          <p:nvPr/>
        </p:nvGrpSpPr>
        <p:grpSpPr>
          <a:xfrm>
            <a:off x="2889429" y="5202620"/>
            <a:ext cx="915635" cy="915635"/>
            <a:chOff x="6203917" y="6068451"/>
            <a:chExt cx="2527366" cy="2527366"/>
          </a:xfrm>
        </p:grpSpPr>
        <p:sp>
          <p:nvSpPr>
            <p:cNvPr id="15" name="Teardrop 14">
              <a:extLst>
                <a:ext uri="{FF2B5EF4-FFF2-40B4-BE49-F238E27FC236}">
                  <a16:creationId xmlns:a16="http://schemas.microsoft.com/office/drawing/2014/main" id="{C2885C4B-6A91-DC43-AB03-4300CCE5564F}"/>
                </a:ext>
              </a:extLst>
            </p:cNvPr>
            <p:cNvSpPr/>
            <p:nvPr/>
          </p:nvSpPr>
          <p:spPr>
            <a:xfrm rot="8100000">
              <a:off x="6203917" y="6068451"/>
              <a:ext cx="2527366" cy="2527366"/>
            </a:xfrm>
            <a:prstGeom prst="teardrop">
              <a:avLst>
                <a:gd name="adj" fmla="val 11836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dirty="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3720FD64-8484-534F-9FE4-49A4FDD1E4D2}"/>
                </a:ext>
              </a:extLst>
            </p:cNvPr>
            <p:cNvSpPr/>
            <p:nvPr/>
          </p:nvSpPr>
          <p:spPr>
            <a:xfrm>
              <a:off x="6504175" y="6364766"/>
              <a:ext cx="1925582" cy="19255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dirty="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040EE6B-CAE0-5544-A47E-EC9A08095670}"/>
              </a:ext>
            </a:extLst>
          </p:cNvPr>
          <p:cNvGrpSpPr/>
          <p:nvPr/>
        </p:nvGrpSpPr>
        <p:grpSpPr>
          <a:xfrm>
            <a:off x="6570526" y="4427920"/>
            <a:ext cx="915635" cy="915635"/>
            <a:chOff x="6203917" y="6068451"/>
            <a:chExt cx="2527366" cy="2527366"/>
          </a:xfrm>
        </p:grpSpPr>
        <p:sp>
          <p:nvSpPr>
            <p:cNvPr id="19" name="Teardrop 18">
              <a:extLst>
                <a:ext uri="{FF2B5EF4-FFF2-40B4-BE49-F238E27FC236}">
                  <a16:creationId xmlns:a16="http://schemas.microsoft.com/office/drawing/2014/main" id="{B7C35378-A428-5D4A-8518-82D70075EAA7}"/>
                </a:ext>
              </a:extLst>
            </p:cNvPr>
            <p:cNvSpPr/>
            <p:nvPr/>
          </p:nvSpPr>
          <p:spPr>
            <a:xfrm rot="8100000">
              <a:off x="6203917" y="6068451"/>
              <a:ext cx="2527366" cy="2527366"/>
            </a:xfrm>
            <a:prstGeom prst="teardrop">
              <a:avLst>
                <a:gd name="adj" fmla="val 11836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dirty="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 useBgFill="1">
          <p:nvSpPr>
            <p:cNvPr id="20" name="Oval 19">
              <a:extLst>
                <a:ext uri="{FF2B5EF4-FFF2-40B4-BE49-F238E27FC236}">
                  <a16:creationId xmlns:a16="http://schemas.microsoft.com/office/drawing/2014/main" id="{77EDA09C-5AB7-1445-B058-11BA678D5D62}"/>
                </a:ext>
              </a:extLst>
            </p:cNvPr>
            <p:cNvSpPr/>
            <p:nvPr/>
          </p:nvSpPr>
          <p:spPr>
            <a:xfrm>
              <a:off x="6504175" y="6364766"/>
              <a:ext cx="1925582" cy="19255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dirty="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CAB497C-1A1B-E047-9BAA-E944CCB99EB1}"/>
              </a:ext>
            </a:extLst>
          </p:cNvPr>
          <p:cNvGrpSpPr/>
          <p:nvPr/>
        </p:nvGrpSpPr>
        <p:grpSpPr>
          <a:xfrm>
            <a:off x="5849325" y="2513955"/>
            <a:ext cx="915635" cy="915635"/>
            <a:chOff x="6203917" y="6068451"/>
            <a:chExt cx="2527366" cy="2527366"/>
          </a:xfrm>
        </p:grpSpPr>
        <p:sp>
          <p:nvSpPr>
            <p:cNvPr id="23" name="Teardrop 22">
              <a:extLst>
                <a:ext uri="{FF2B5EF4-FFF2-40B4-BE49-F238E27FC236}">
                  <a16:creationId xmlns:a16="http://schemas.microsoft.com/office/drawing/2014/main" id="{3AC4EB1F-012B-314D-A4DA-2429CBDC41AF}"/>
                </a:ext>
              </a:extLst>
            </p:cNvPr>
            <p:cNvSpPr/>
            <p:nvPr/>
          </p:nvSpPr>
          <p:spPr>
            <a:xfrm rot="8100000">
              <a:off x="6203917" y="6068451"/>
              <a:ext cx="2527366" cy="2527366"/>
            </a:xfrm>
            <a:prstGeom prst="teardrop">
              <a:avLst>
                <a:gd name="adj" fmla="val 118365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dirty="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 useBgFill="1">
          <p:nvSpPr>
            <p:cNvPr id="24" name="Oval 23">
              <a:extLst>
                <a:ext uri="{FF2B5EF4-FFF2-40B4-BE49-F238E27FC236}">
                  <a16:creationId xmlns:a16="http://schemas.microsoft.com/office/drawing/2014/main" id="{FF0C6C6F-1BCB-C44D-8E49-0EDF52E184BD}"/>
                </a:ext>
              </a:extLst>
            </p:cNvPr>
            <p:cNvSpPr/>
            <p:nvPr/>
          </p:nvSpPr>
          <p:spPr>
            <a:xfrm>
              <a:off x="6504175" y="6364766"/>
              <a:ext cx="1925582" cy="19255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dirty="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3A0D0FB-0339-8144-A363-B0B940590829}"/>
              </a:ext>
            </a:extLst>
          </p:cNvPr>
          <p:cNvGrpSpPr/>
          <p:nvPr/>
        </p:nvGrpSpPr>
        <p:grpSpPr>
          <a:xfrm>
            <a:off x="8760214" y="1916465"/>
            <a:ext cx="915635" cy="915635"/>
            <a:chOff x="6203917" y="6068451"/>
            <a:chExt cx="2527366" cy="2527366"/>
          </a:xfrm>
        </p:grpSpPr>
        <p:sp>
          <p:nvSpPr>
            <p:cNvPr id="27" name="Teardrop 26">
              <a:extLst>
                <a:ext uri="{FF2B5EF4-FFF2-40B4-BE49-F238E27FC236}">
                  <a16:creationId xmlns:a16="http://schemas.microsoft.com/office/drawing/2014/main" id="{64761766-A996-1E47-9581-561089173CE4}"/>
                </a:ext>
              </a:extLst>
            </p:cNvPr>
            <p:cNvSpPr/>
            <p:nvPr/>
          </p:nvSpPr>
          <p:spPr>
            <a:xfrm rot="8100000">
              <a:off x="6203917" y="6068451"/>
              <a:ext cx="2527366" cy="2527366"/>
            </a:xfrm>
            <a:prstGeom prst="teardrop">
              <a:avLst>
                <a:gd name="adj" fmla="val 118365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dirty="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  <p:sp useBgFill="1">
          <p:nvSpPr>
            <p:cNvPr id="28" name="Oval 27">
              <a:extLst>
                <a:ext uri="{FF2B5EF4-FFF2-40B4-BE49-F238E27FC236}">
                  <a16:creationId xmlns:a16="http://schemas.microsoft.com/office/drawing/2014/main" id="{F5D568EA-76BF-744D-A688-2DE0F20E585B}"/>
                </a:ext>
              </a:extLst>
            </p:cNvPr>
            <p:cNvSpPr/>
            <p:nvPr/>
          </p:nvSpPr>
          <p:spPr>
            <a:xfrm>
              <a:off x="6504175" y="6364766"/>
              <a:ext cx="1925582" cy="192558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dirty="0">
                <a:solidFill>
                  <a:srgbClr val="FFFFFF"/>
                </a:solidFill>
                <a:latin typeface="Lato Light" panose="020F0502020204030203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57258C7-88B5-9B42-8175-81E09D7C1BC7}"/>
              </a:ext>
            </a:extLst>
          </p:cNvPr>
          <p:cNvSpPr txBox="1"/>
          <p:nvPr/>
        </p:nvSpPr>
        <p:spPr>
          <a:xfrm>
            <a:off x="825910" y="4564566"/>
            <a:ext cx="1851599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Get good and bad website links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EE3FD965-8410-8346-BC18-105886B1D899}"/>
              </a:ext>
            </a:extLst>
          </p:cNvPr>
          <p:cNvSpPr txBox="1">
            <a:spLocks/>
          </p:cNvSpPr>
          <p:nvPr/>
        </p:nvSpPr>
        <p:spPr>
          <a:xfrm>
            <a:off x="1112531" y="5395563"/>
            <a:ext cx="1564977" cy="252057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43818">
              <a:lnSpc>
                <a:spcPts val="175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200" dirty="0">
                <a:solidFill>
                  <a:srgbClr val="AAAAAA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ED6986-101E-CA4D-AAAB-A2EE428E5E75}"/>
              </a:ext>
            </a:extLst>
          </p:cNvPr>
          <p:cNvSpPr txBox="1"/>
          <p:nvPr/>
        </p:nvSpPr>
        <p:spPr>
          <a:xfrm>
            <a:off x="3695825" y="2216252"/>
            <a:ext cx="1936666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just" defTabSz="914217"/>
            <a:r>
              <a:rPr lang="en-US" sz="1600" b="1" dirty="0">
                <a:solidFill>
                  <a:srgbClr val="08204C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Model Implementation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76CC55-8CF5-914F-BA74-55E6B7F47BCB}"/>
              </a:ext>
            </a:extLst>
          </p:cNvPr>
          <p:cNvSpPr txBox="1"/>
          <p:nvPr/>
        </p:nvSpPr>
        <p:spPr>
          <a:xfrm>
            <a:off x="9768911" y="1608318"/>
            <a:ext cx="1176759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Analysis of results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636573-1563-2540-88D4-8C340020933A}"/>
              </a:ext>
            </a:extLst>
          </p:cNvPr>
          <p:cNvSpPr txBox="1"/>
          <p:nvPr/>
        </p:nvSpPr>
        <p:spPr>
          <a:xfrm>
            <a:off x="7663543" y="5182109"/>
            <a:ext cx="2010487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en-US" sz="1600" b="1" dirty="0">
                <a:solidFill>
                  <a:srgbClr val="08204C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Feature Extractor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33358-FFF6-7139-32D8-C1C741532785}"/>
              </a:ext>
            </a:extLst>
          </p:cNvPr>
          <p:cNvSpPr txBox="1"/>
          <p:nvPr/>
        </p:nvSpPr>
        <p:spPr>
          <a:xfrm>
            <a:off x="3066180" y="5520663"/>
            <a:ext cx="506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Q3</a:t>
            </a:r>
            <a:endParaRPr lang="en-ZA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AB4339-E264-46B7-9BDA-78FC23C695E1}"/>
              </a:ext>
            </a:extLst>
          </p:cNvPr>
          <p:cNvSpPr txBox="1"/>
          <p:nvPr/>
        </p:nvSpPr>
        <p:spPr>
          <a:xfrm>
            <a:off x="6745857" y="4722359"/>
            <a:ext cx="535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Q4</a:t>
            </a:r>
            <a:endParaRPr lang="en-ZA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38B70-A70E-D240-1D3D-AAFB3AAEBE80}"/>
              </a:ext>
            </a:extLst>
          </p:cNvPr>
          <p:cNvSpPr txBox="1"/>
          <p:nvPr/>
        </p:nvSpPr>
        <p:spPr>
          <a:xfrm>
            <a:off x="6039084" y="2814044"/>
            <a:ext cx="535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Q1</a:t>
            </a:r>
            <a:endParaRPr lang="en-ZA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EACD9-13CB-4B67-A348-1CE1CDB66CDB}"/>
              </a:ext>
            </a:extLst>
          </p:cNvPr>
          <p:cNvSpPr txBox="1"/>
          <p:nvPr/>
        </p:nvSpPr>
        <p:spPr>
          <a:xfrm>
            <a:off x="8890497" y="2167435"/>
            <a:ext cx="535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Q2</a:t>
            </a:r>
            <a:endParaRPr lang="en-ZA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62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2"/>
    </mc:Choice>
    <mc:Fallback xmlns="">
      <p:transition spd="slow" advTm="54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5B12D08-A232-1645-A105-2BC5ED0B58EB}"/>
              </a:ext>
            </a:extLst>
          </p:cNvPr>
          <p:cNvCxnSpPr>
            <a:cxnSpLocks/>
          </p:cNvCxnSpPr>
          <p:nvPr/>
        </p:nvCxnSpPr>
        <p:spPr>
          <a:xfrm flipH="1">
            <a:off x="1193074" y="1733550"/>
            <a:ext cx="4314010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D95A8B-ED8B-ED4B-B38D-A8C8F01AB926}"/>
              </a:ext>
            </a:extLst>
          </p:cNvPr>
          <p:cNvCxnSpPr>
            <a:cxnSpLocks/>
          </p:cNvCxnSpPr>
          <p:nvPr/>
        </p:nvCxnSpPr>
        <p:spPr>
          <a:xfrm flipH="1">
            <a:off x="6684916" y="1733550"/>
            <a:ext cx="4314010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7A5BB8C-8510-1344-81BB-835C0BCD9B7F}"/>
              </a:ext>
            </a:extLst>
          </p:cNvPr>
          <p:cNvSpPr/>
          <p:nvPr/>
        </p:nvSpPr>
        <p:spPr>
          <a:xfrm>
            <a:off x="1193075" y="2326822"/>
            <a:ext cx="4314009" cy="59309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         </a:t>
            </a:r>
            <a:r>
              <a:rPr lang="en-US" sz="1100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Web scraping good and bad website links</a:t>
            </a:r>
            <a:endParaRPr lang="en-US" sz="1100" dirty="0">
              <a:latin typeface="Lato Light" panose="020F050202020403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CBC00E3-1825-374A-86B8-61E465BBAFF4}"/>
              </a:ext>
            </a:extLst>
          </p:cNvPr>
          <p:cNvSpPr/>
          <p:nvPr/>
        </p:nvSpPr>
        <p:spPr>
          <a:xfrm>
            <a:off x="1193075" y="2326822"/>
            <a:ext cx="590550" cy="5905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781FDEA-C204-E548-A775-062F2E0EEF99}"/>
              </a:ext>
            </a:extLst>
          </p:cNvPr>
          <p:cNvSpPr/>
          <p:nvPr/>
        </p:nvSpPr>
        <p:spPr>
          <a:xfrm>
            <a:off x="1193075" y="3132455"/>
            <a:ext cx="4314009" cy="59309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     </a:t>
            </a:r>
            <a:r>
              <a:rPr lang="en-US" sz="1100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Write a script to perform web scraping  of </a:t>
            </a:r>
            <a:r>
              <a:rPr lang="en-US" sz="1100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javascript</a:t>
            </a:r>
            <a:r>
              <a:rPr lang="en-US" sz="1100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content from a website</a:t>
            </a:r>
            <a:endParaRPr lang="uk-UA" sz="1100" b="0" i="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BBF6B3-C1B8-F04B-B236-056E681C8686}"/>
              </a:ext>
            </a:extLst>
          </p:cNvPr>
          <p:cNvSpPr/>
          <p:nvPr/>
        </p:nvSpPr>
        <p:spPr>
          <a:xfrm>
            <a:off x="1193075" y="3132455"/>
            <a:ext cx="590550" cy="5905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7B0A12-3F84-494A-A143-055695EC5BAC}"/>
              </a:ext>
            </a:extLst>
          </p:cNvPr>
          <p:cNvSpPr/>
          <p:nvPr/>
        </p:nvSpPr>
        <p:spPr>
          <a:xfrm>
            <a:off x="1193074" y="3998769"/>
            <a:ext cx="4314388" cy="59309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9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          </a:t>
            </a:r>
            <a:r>
              <a:rPr lang="en-US" sz="1100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Feature extraction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2CE3C2-9AFA-2B4E-B584-8600E2F56B94}"/>
              </a:ext>
            </a:extLst>
          </p:cNvPr>
          <p:cNvSpPr/>
          <p:nvPr/>
        </p:nvSpPr>
        <p:spPr>
          <a:xfrm>
            <a:off x="1193075" y="3935549"/>
            <a:ext cx="590550" cy="5905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0A8F19F-ECD9-BE43-9954-3874A983D8D7}"/>
              </a:ext>
            </a:extLst>
          </p:cNvPr>
          <p:cNvSpPr/>
          <p:nvPr/>
        </p:nvSpPr>
        <p:spPr>
          <a:xfrm>
            <a:off x="1193075" y="4736102"/>
            <a:ext cx="4314009" cy="59309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     EDA,  ML model building and performance evaluation</a:t>
            </a:r>
          </a:p>
          <a:p>
            <a:pPr algn="ctr"/>
            <a:endParaRPr lang="en-US" sz="900" b="0" i="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D47B87-BB88-C845-83C5-89A793317227}"/>
              </a:ext>
            </a:extLst>
          </p:cNvPr>
          <p:cNvSpPr/>
          <p:nvPr/>
        </p:nvSpPr>
        <p:spPr>
          <a:xfrm>
            <a:off x="1193075" y="4736102"/>
            <a:ext cx="590550" cy="5905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078FF9-71F3-DF44-9FA7-51BD059300A1}"/>
              </a:ext>
            </a:extLst>
          </p:cNvPr>
          <p:cNvSpPr/>
          <p:nvPr/>
        </p:nvSpPr>
        <p:spPr>
          <a:xfrm>
            <a:off x="1193075" y="5534116"/>
            <a:ext cx="4314009" cy="59309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 defTabSz="18283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9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        </a:t>
            </a:r>
            <a:r>
              <a:rPr lang="en-ZA" sz="11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ZA" sz="1100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Results interpretation</a:t>
            </a:r>
            <a:endParaRPr lang="uk-UA" sz="1100" b="0" i="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322B17-13B8-6E44-AAF6-05BB211E9725}"/>
              </a:ext>
            </a:extLst>
          </p:cNvPr>
          <p:cNvSpPr/>
          <p:nvPr/>
        </p:nvSpPr>
        <p:spPr>
          <a:xfrm>
            <a:off x="1193075" y="5534116"/>
            <a:ext cx="590550" cy="5905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2D2912-0BB1-A741-8337-164A3C237213}"/>
              </a:ext>
            </a:extLst>
          </p:cNvPr>
          <p:cNvSpPr/>
          <p:nvPr/>
        </p:nvSpPr>
        <p:spPr>
          <a:xfrm>
            <a:off x="6684917" y="2326822"/>
            <a:ext cx="4314009" cy="59309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Lato Light" panose="020F0502020204030203" pitchFamily="34" charset="0"/>
              </a:rPr>
              <a:t>Took datasets from </a:t>
            </a:r>
            <a:r>
              <a:rPr lang="en-US" sz="1100" dirty="0" err="1">
                <a:solidFill>
                  <a:schemeClr val="bg1"/>
                </a:solidFill>
                <a:latin typeface="Lato Light" panose="020F0502020204030203" pitchFamily="34" charset="0"/>
              </a:rPr>
              <a:t>kaggle</a:t>
            </a:r>
            <a:endParaRPr lang="en-US" sz="11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626941-A6D6-FF4E-980B-4AE2A33FFD99}"/>
              </a:ext>
            </a:extLst>
          </p:cNvPr>
          <p:cNvSpPr/>
          <p:nvPr/>
        </p:nvSpPr>
        <p:spPr>
          <a:xfrm>
            <a:off x="6684917" y="2326822"/>
            <a:ext cx="590550" cy="5905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D41D74-E6FD-994A-B77F-041D2805CB13}"/>
              </a:ext>
            </a:extLst>
          </p:cNvPr>
          <p:cNvSpPr/>
          <p:nvPr/>
        </p:nvSpPr>
        <p:spPr>
          <a:xfrm>
            <a:off x="6684917" y="3132455"/>
            <a:ext cx="4314009" cy="59309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ato Light" panose="020F0502020204030203" pitchFamily="34" charset="0"/>
              </a:rPr>
              <a:t>         </a:t>
            </a:r>
            <a:r>
              <a:rPr lang="en-US" sz="1100" dirty="0">
                <a:solidFill>
                  <a:schemeClr val="bg1"/>
                </a:solidFill>
                <a:latin typeface="Lato Light" panose="020F0502020204030203" pitchFamily="34" charset="0"/>
              </a:rPr>
              <a:t>Write a script to perform web scraping  of </a:t>
            </a:r>
            <a:r>
              <a:rPr lang="en-US" sz="1100" dirty="0" err="1">
                <a:solidFill>
                  <a:schemeClr val="bg1"/>
                </a:solidFill>
                <a:latin typeface="Lato Light" panose="020F0502020204030203" pitchFamily="34" charset="0"/>
              </a:rPr>
              <a:t>javascript</a:t>
            </a:r>
            <a:r>
              <a:rPr lang="en-US" sz="1100" dirty="0">
                <a:solidFill>
                  <a:schemeClr val="bg1"/>
                </a:solidFill>
                <a:latin typeface="Lato Light" panose="020F0502020204030203" pitchFamily="34" charset="0"/>
              </a:rPr>
              <a:t> content from a website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ADD9DD-8D40-894B-AB28-B7184E3F202D}"/>
              </a:ext>
            </a:extLst>
          </p:cNvPr>
          <p:cNvSpPr/>
          <p:nvPr/>
        </p:nvSpPr>
        <p:spPr>
          <a:xfrm>
            <a:off x="6684917" y="3132455"/>
            <a:ext cx="590550" cy="5905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677F9D6-1B9F-D64E-A32C-6A1E07D74FE9}"/>
              </a:ext>
            </a:extLst>
          </p:cNvPr>
          <p:cNvSpPr/>
          <p:nvPr/>
        </p:nvSpPr>
        <p:spPr>
          <a:xfrm>
            <a:off x="6684917" y="3935549"/>
            <a:ext cx="4314009" cy="59309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Lato Light" panose="020F0502020204030203" pitchFamily="34" charset="0"/>
              </a:rPr>
              <a:t>Feature extraction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96CEF1-85A7-A74A-A8F3-1ECA62EA1014}"/>
              </a:ext>
            </a:extLst>
          </p:cNvPr>
          <p:cNvSpPr/>
          <p:nvPr/>
        </p:nvSpPr>
        <p:spPr>
          <a:xfrm>
            <a:off x="6684917" y="3935549"/>
            <a:ext cx="590550" cy="5905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9A0BEAF-8F08-E84D-8CD1-CD9A8B3111E6}"/>
              </a:ext>
            </a:extLst>
          </p:cNvPr>
          <p:cNvSpPr/>
          <p:nvPr/>
        </p:nvSpPr>
        <p:spPr>
          <a:xfrm>
            <a:off x="6684917" y="4736102"/>
            <a:ext cx="4314009" cy="59309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ato Light" panose="020F0502020204030203" pitchFamily="34" charset="0"/>
              </a:rPr>
              <a:t>   </a:t>
            </a:r>
            <a:r>
              <a:rPr lang="en-US" sz="1100" dirty="0">
                <a:solidFill>
                  <a:schemeClr val="bg1"/>
                </a:solidFill>
                <a:latin typeface="Lato Light" panose="020F0502020204030203" pitchFamily="34" charset="0"/>
              </a:rPr>
              <a:t>EDA,  ML model building and performance evaluation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44B8134-C858-4C4F-AF30-5EEEEF41E482}"/>
              </a:ext>
            </a:extLst>
          </p:cNvPr>
          <p:cNvSpPr/>
          <p:nvPr/>
        </p:nvSpPr>
        <p:spPr>
          <a:xfrm>
            <a:off x="6684917" y="4736102"/>
            <a:ext cx="590550" cy="5905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5B08553-FE7C-C342-A881-7D6D53AF7965}"/>
              </a:ext>
            </a:extLst>
          </p:cNvPr>
          <p:cNvSpPr/>
          <p:nvPr/>
        </p:nvSpPr>
        <p:spPr>
          <a:xfrm>
            <a:off x="6684917" y="5534116"/>
            <a:ext cx="4314009" cy="59309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Lato Light" panose="020F0502020204030203" pitchFamily="34" charset="0"/>
              </a:rPr>
              <a:t>Results interpretation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72E6395-56CA-454A-9BEE-C1F3E59CFBCE}"/>
              </a:ext>
            </a:extLst>
          </p:cNvPr>
          <p:cNvSpPr/>
          <p:nvPr/>
        </p:nvSpPr>
        <p:spPr>
          <a:xfrm>
            <a:off x="6684917" y="5534116"/>
            <a:ext cx="590550" cy="5905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22" name="Chevron 21">
            <a:extLst>
              <a:ext uri="{FF2B5EF4-FFF2-40B4-BE49-F238E27FC236}">
                <a16:creationId xmlns:a16="http://schemas.microsoft.com/office/drawing/2014/main" id="{78BAEA5B-153C-AD4A-ADAD-46DC67630261}"/>
              </a:ext>
            </a:extLst>
          </p:cNvPr>
          <p:cNvSpPr/>
          <p:nvPr/>
        </p:nvSpPr>
        <p:spPr>
          <a:xfrm>
            <a:off x="2048740" y="1494408"/>
            <a:ext cx="2602679" cy="48409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Lato Light" panose="020F0502020204030203" pitchFamily="34" charset="0"/>
            </a:endParaRPr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729A5A60-6423-0F4E-B487-91401DB41310}"/>
              </a:ext>
            </a:extLst>
          </p:cNvPr>
          <p:cNvSpPr/>
          <p:nvPr/>
        </p:nvSpPr>
        <p:spPr>
          <a:xfrm flipH="1">
            <a:off x="7541792" y="1494408"/>
            <a:ext cx="2601468" cy="484095"/>
          </a:xfrm>
          <a:prstGeom prst="chevr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2277C497-87F2-A641-BC52-14D950F2715E}"/>
              </a:ext>
            </a:extLst>
          </p:cNvPr>
          <p:cNvSpPr/>
          <p:nvPr/>
        </p:nvSpPr>
        <p:spPr>
          <a:xfrm>
            <a:off x="5673040" y="1305209"/>
            <a:ext cx="422961" cy="858550"/>
          </a:xfrm>
          <a:custGeom>
            <a:avLst/>
            <a:gdLst>
              <a:gd name="connsiteX0" fmla="*/ 845921 w 845921"/>
              <a:gd name="connsiteY0" fmla="*/ 0 h 1717099"/>
              <a:gd name="connsiteX1" fmla="*/ 845921 w 845921"/>
              <a:gd name="connsiteY1" fmla="*/ 1717099 h 1717099"/>
              <a:gd name="connsiteX2" fmla="*/ 771371 w 845921"/>
              <a:gd name="connsiteY2" fmla="*/ 1713334 h 1717099"/>
              <a:gd name="connsiteX3" fmla="*/ 0 w 845921"/>
              <a:gd name="connsiteY3" fmla="*/ 858549 h 1717099"/>
              <a:gd name="connsiteX4" fmla="*/ 771371 w 845921"/>
              <a:gd name="connsiteY4" fmla="*/ 3764 h 17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5921" h="1717099">
                <a:moveTo>
                  <a:pt x="845921" y="0"/>
                </a:moveTo>
                <a:lnTo>
                  <a:pt x="845921" y="1717099"/>
                </a:lnTo>
                <a:lnTo>
                  <a:pt x="771371" y="1713334"/>
                </a:lnTo>
                <a:cubicBezTo>
                  <a:pt x="338103" y="1669333"/>
                  <a:pt x="0" y="1303426"/>
                  <a:pt x="0" y="858549"/>
                </a:cubicBezTo>
                <a:cubicBezTo>
                  <a:pt x="0" y="413673"/>
                  <a:pt x="338103" y="47765"/>
                  <a:pt x="771371" y="376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5B513782-EF45-1D4F-8B5B-EE5D50DD5412}"/>
              </a:ext>
            </a:extLst>
          </p:cNvPr>
          <p:cNvSpPr/>
          <p:nvPr/>
        </p:nvSpPr>
        <p:spPr>
          <a:xfrm rot="10800000">
            <a:off x="6096001" y="1305209"/>
            <a:ext cx="422961" cy="858550"/>
          </a:xfrm>
          <a:custGeom>
            <a:avLst/>
            <a:gdLst>
              <a:gd name="connsiteX0" fmla="*/ 845921 w 845921"/>
              <a:gd name="connsiteY0" fmla="*/ 0 h 1717099"/>
              <a:gd name="connsiteX1" fmla="*/ 845921 w 845921"/>
              <a:gd name="connsiteY1" fmla="*/ 1717099 h 1717099"/>
              <a:gd name="connsiteX2" fmla="*/ 771371 w 845921"/>
              <a:gd name="connsiteY2" fmla="*/ 1713334 h 1717099"/>
              <a:gd name="connsiteX3" fmla="*/ 0 w 845921"/>
              <a:gd name="connsiteY3" fmla="*/ 858549 h 1717099"/>
              <a:gd name="connsiteX4" fmla="*/ 771371 w 845921"/>
              <a:gd name="connsiteY4" fmla="*/ 3764 h 17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5921" h="1717099">
                <a:moveTo>
                  <a:pt x="845921" y="0"/>
                </a:moveTo>
                <a:lnTo>
                  <a:pt x="845921" y="1717099"/>
                </a:lnTo>
                <a:lnTo>
                  <a:pt x="771371" y="1713334"/>
                </a:lnTo>
                <a:cubicBezTo>
                  <a:pt x="338103" y="1669333"/>
                  <a:pt x="0" y="1303426"/>
                  <a:pt x="0" y="858549"/>
                </a:cubicBezTo>
                <a:cubicBezTo>
                  <a:pt x="0" y="413673"/>
                  <a:pt x="338103" y="47765"/>
                  <a:pt x="771371" y="3764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CD9035-784F-724E-8B63-0B36B9F21497}"/>
              </a:ext>
            </a:extLst>
          </p:cNvPr>
          <p:cNvCxnSpPr>
            <a:cxnSpLocks/>
          </p:cNvCxnSpPr>
          <p:nvPr/>
        </p:nvCxnSpPr>
        <p:spPr>
          <a:xfrm>
            <a:off x="6096000" y="2326822"/>
            <a:ext cx="0" cy="379784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 735">
            <a:extLst>
              <a:ext uri="{FF2B5EF4-FFF2-40B4-BE49-F238E27FC236}">
                <a16:creationId xmlns:a16="http://schemas.microsoft.com/office/drawing/2014/main" id="{73980EFB-0983-3D4D-A286-B12B8D866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8027" y="2461239"/>
            <a:ext cx="280646" cy="321716"/>
          </a:xfrm>
          <a:custGeom>
            <a:avLst/>
            <a:gdLst/>
            <a:ahLst/>
            <a:cxnLst/>
            <a:rect l="0" t="0" r="r" b="b"/>
            <a:pathLst>
              <a:path w="259989" h="297474">
                <a:moveTo>
                  <a:pt x="131617" y="219900"/>
                </a:moveTo>
                <a:cubicBezTo>
                  <a:pt x="129093" y="229597"/>
                  <a:pt x="125127" y="236061"/>
                  <a:pt x="115751" y="242167"/>
                </a:cubicBezTo>
                <a:cubicBezTo>
                  <a:pt x="111785" y="244681"/>
                  <a:pt x="109621" y="249709"/>
                  <a:pt x="111063" y="254737"/>
                </a:cubicBezTo>
                <a:cubicBezTo>
                  <a:pt x="112506" y="259764"/>
                  <a:pt x="117915" y="263356"/>
                  <a:pt x="125487" y="264433"/>
                </a:cubicBezTo>
                <a:lnTo>
                  <a:pt x="125487" y="253659"/>
                </a:lnTo>
                <a:cubicBezTo>
                  <a:pt x="125487" y="251504"/>
                  <a:pt x="127651" y="248990"/>
                  <a:pt x="130175" y="248990"/>
                </a:cubicBezTo>
                <a:cubicBezTo>
                  <a:pt x="132699" y="248990"/>
                  <a:pt x="134502" y="251504"/>
                  <a:pt x="134502" y="253659"/>
                </a:cubicBezTo>
                <a:lnTo>
                  <a:pt x="134502" y="265152"/>
                </a:lnTo>
                <a:cubicBezTo>
                  <a:pt x="140272" y="264433"/>
                  <a:pt x="144238" y="262997"/>
                  <a:pt x="146762" y="260124"/>
                </a:cubicBezTo>
                <a:cubicBezTo>
                  <a:pt x="150008" y="256173"/>
                  <a:pt x="149647" y="251145"/>
                  <a:pt x="148926" y="247195"/>
                </a:cubicBezTo>
                <a:cubicBezTo>
                  <a:pt x="147484" y="237498"/>
                  <a:pt x="138108" y="226724"/>
                  <a:pt x="131617" y="219900"/>
                </a:cubicBezTo>
                <a:close/>
                <a:moveTo>
                  <a:pt x="130175" y="186500"/>
                </a:moveTo>
                <a:cubicBezTo>
                  <a:pt x="88706" y="186500"/>
                  <a:pt x="54810" y="219900"/>
                  <a:pt x="54810" y="261201"/>
                </a:cubicBezTo>
                <a:cubicBezTo>
                  <a:pt x="54810" y="270539"/>
                  <a:pt x="56613" y="279876"/>
                  <a:pt x="59859" y="288496"/>
                </a:cubicBezTo>
                <a:lnTo>
                  <a:pt x="125487" y="288496"/>
                </a:lnTo>
                <a:lnTo>
                  <a:pt x="125487" y="273771"/>
                </a:lnTo>
                <a:cubicBezTo>
                  <a:pt x="113588" y="272334"/>
                  <a:pt x="104933" y="266229"/>
                  <a:pt x="102409" y="256891"/>
                </a:cubicBezTo>
                <a:cubicBezTo>
                  <a:pt x="99885" y="248631"/>
                  <a:pt x="103491" y="239294"/>
                  <a:pt x="110703" y="234625"/>
                </a:cubicBezTo>
                <a:cubicBezTo>
                  <a:pt x="119357" y="229238"/>
                  <a:pt x="121881" y="224210"/>
                  <a:pt x="124045" y="210562"/>
                </a:cubicBezTo>
                <a:cubicBezTo>
                  <a:pt x="124045" y="208767"/>
                  <a:pt x="125127" y="207689"/>
                  <a:pt x="126569" y="206971"/>
                </a:cubicBezTo>
                <a:cubicBezTo>
                  <a:pt x="128011" y="206253"/>
                  <a:pt x="129814" y="206971"/>
                  <a:pt x="131257" y="207689"/>
                </a:cubicBezTo>
                <a:cubicBezTo>
                  <a:pt x="132339" y="208408"/>
                  <a:pt x="155056" y="226724"/>
                  <a:pt x="157941" y="245758"/>
                </a:cubicBezTo>
                <a:cubicBezTo>
                  <a:pt x="159383" y="254018"/>
                  <a:pt x="157941" y="260842"/>
                  <a:pt x="153614" y="265870"/>
                </a:cubicBezTo>
                <a:cubicBezTo>
                  <a:pt x="149286" y="270539"/>
                  <a:pt x="143156" y="273412"/>
                  <a:pt x="134502" y="274130"/>
                </a:cubicBezTo>
                <a:lnTo>
                  <a:pt x="134502" y="288496"/>
                </a:lnTo>
                <a:lnTo>
                  <a:pt x="199770" y="288496"/>
                </a:lnTo>
                <a:cubicBezTo>
                  <a:pt x="203376" y="279876"/>
                  <a:pt x="205179" y="270539"/>
                  <a:pt x="205179" y="261201"/>
                </a:cubicBezTo>
                <a:cubicBezTo>
                  <a:pt x="205179" y="219900"/>
                  <a:pt x="171283" y="186500"/>
                  <a:pt x="130175" y="186500"/>
                </a:cubicBezTo>
                <a:close/>
                <a:moveTo>
                  <a:pt x="74643" y="135861"/>
                </a:moveTo>
                <a:cubicBezTo>
                  <a:pt x="35699" y="155614"/>
                  <a:pt x="9015" y="196197"/>
                  <a:pt x="9015" y="242885"/>
                </a:cubicBezTo>
                <a:cubicBezTo>
                  <a:pt x="9015" y="258687"/>
                  <a:pt x="12260" y="274130"/>
                  <a:pt x="18390" y="288496"/>
                </a:cubicBezTo>
                <a:lnTo>
                  <a:pt x="50483" y="288496"/>
                </a:lnTo>
                <a:cubicBezTo>
                  <a:pt x="47599" y="279876"/>
                  <a:pt x="45796" y="270539"/>
                  <a:pt x="45796" y="261201"/>
                </a:cubicBezTo>
                <a:cubicBezTo>
                  <a:pt x="45796" y="214872"/>
                  <a:pt x="83658" y="177162"/>
                  <a:pt x="130175" y="177162"/>
                </a:cubicBezTo>
                <a:cubicBezTo>
                  <a:pt x="176331" y="177162"/>
                  <a:pt x="214194" y="214872"/>
                  <a:pt x="214194" y="261201"/>
                </a:cubicBezTo>
                <a:cubicBezTo>
                  <a:pt x="214194" y="270539"/>
                  <a:pt x="212751" y="279876"/>
                  <a:pt x="209506" y="288496"/>
                </a:cubicBezTo>
                <a:lnTo>
                  <a:pt x="241960" y="288496"/>
                </a:lnTo>
                <a:cubicBezTo>
                  <a:pt x="247729" y="274130"/>
                  <a:pt x="250975" y="258687"/>
                  <a:pt x="250975" y="242885"/>
                </a:cubicBezTo>
                <a:cubicBezTo>
                  <a:pt x="250975" y="196197"/>
                  <a:pt x="224291" y="155614"/>
                  <a:pt x="184986" y="135861"/>
                </a:cubicBezTo>
                <a:lnTo>
                  <a:pt x="74643" y="135861"/>
                </a:lnTo>
                <a:close/>
                <a:moveTo>
                  <a:pt x="58056" y="87737"/>
                </a:moveTo>
                <a:cubicBezTo>
                  <a:pt x="68152" y="94920"/>
                  <a:pt x="78610" y="107489"/>
                  <a:pt x="78249" y="126883"/>
                </a:cubicBezTo>
                <a:lnTo>
                  <a:pt x="181740" y="126883"/>
                </a:lnTo>
                <a:cubicBezTo>
                  <a:pt x="181380" y="107489"/>
                  <a:pt x="192198" y="94920"/>
                  <a:pt x="201934" y="87737"/>
                </a:cubicBezTo>
                <a:lnTo>
                  <a:pt x="58056" y="87737"/>
                </a:lnTo>
                <a:close/>
                <a:moveTo>
                  <a:pt x="40387" y="78758"/>
                </a:moveTo>
                <a:lnTo>
                  <a:pt x="219603" y="78758"/>
                </a:lnTo>
                <a:cubicBezTo>
                  <a:pt x="221766" y="78758"/>
                  <a:pt x="223569" y="80554"/>
                  <a:pt x="224291" y="82709"/>
                </a:cubicBezTo>
                <a:cubicBezTo>
                  <a:pt x="224291" y="84864"/>
                  <a:pt x="223209" y="87018"/>
                  <a:pt x="221045" y="87737"/>
                </a:cubicBezTo>
                <a:cubicBezTo>
                  <a:pt x="219603" y="88096"/>
                  <a:pt x="188952" y="98152"/>
                  <a:pt x="191116" y="128679"/>
                </a:cubicBezTo>
                <a:cubicBezTo>
                  <a:pt x="231863" y="150586"/>
                  <a:pt x="259989" y="193683"/>
                  <a:pt x="259989" y="242885"/>
                </a:cubicBezTo>
                <a:cubicBezTo>
                  <a:pt x="259989" y="260842"/>
                  <a:pt x="256384" y="278440"/>
                  <a:pt x="249172" y="294960"/>
                </a:cubicBezTo>
                <a:cubicBezTo>
                  <a:pt x="248090" y="296397"/>
                  <a:pt x="246647" y="297474"/>
                  <a:pt x="244844" y="297474"/>
                </a:cubicBezTo>
                <a:lnTo>
                  <a:pt x="203015" y="297474"/>
                </a:lnTo>
                <a:lnTo>
                  <a:pt x="56974" y="297474"/>
                </a:lnTo>
                <a:lnTo>
                  <a:pt x="15145" y="297474"/>
                </a:lnTo>
                <a:cubicBezTo>
                  <a:pt x="13342" y="297474"/>
                  <a:pt x="11539" y="296397"/>
                  <a:pt x="11178" y="294960"/>
                </a:cubicBezTo>
                <a:cubicBezTo>
                  <a:pt x="3966" y="278440"/>
                  <a:pt x="0" y="260842"/>
                  <a:pt x="0" y="242885"/>
                </a:cubicBezTo>
                <a:cubicBezTo>
                  <a:pt x="0" y="193683"/>
                  <a:pt x="28126" y="150586"/>
                  <a:pt x="68874" y="128679"/>
                </a:cubicBezTo>
                <a:cubicBezTo>
                  <a:pt x="71037" y="98152"/>
                  <a:pt x="40387" y="88096"/>
                  <a:pt x="38944" y="87737"/>
                </a:cubicBezTo>
                <a:cubicBezTo>
                  <a:pt x="36781" y="87018"/>
                  <a:pt x="35699" y="84864"/>
                  <a:pt x="36059" y="82709"/>
                </a:cubicBezTo>
                <a:cubicBezTo>
                  <a:pt x="36059" y="80554"/>
                  <a:pt x="38223" y="78758"/>
                  <a:pt x="40387" y="78758"/>
                </a:cubicBezTo>
                <a:close/>
                <a:moveTo>
                  <a:pt x="92409" y="16698"/>
                </a:moveTo>
                <a:cubicBezTo>
                  <a:pt x="94220" y="18497"/>
                  <a:pt x="94582" y="21375"/>
                  <a:pt x="92772" y="23175"/>
                </a:cubicBezTo>
                <a:cubicBezTo>
                  <a:pt x="89151" y="27493"/>
                  <a:pt x="89151" y="35049"/>
                  <a:pt x="92772" y="39367"/>
                </a:cubicBezTo>
                <a:cubicBezTo>
                  <a:pt x="99651" y="47283"/>
                  <a:pt x="99651" y="59518"/>
                  <a:pt x="92772" y="67074"/>
                </a:cubicBezTo>
                <a:cubicBezTo>
                  <a:pt x="92047" y="68154"/>
                  <a:pt x="90599" y="68873"/>
                  <a:pt x="89513" y="68873"/>
                </a:cubicBezTo>
                <a:cubicBezTo>
                  <a:pt x="88427" y="68873"/>
                  <a:pt x="87340" y="68514"/>
                  <a:pt x="86616" y="67794"/>
                </a:cubicBezTo>
                <a:cubicBezTo>
                  <a:pt x="84444" y="66355"/>
                  <a:pt x="84444" y="63476"/>
                  <a:pt x="85892" y="61317"/>
                </a:cubicBezTo>
                <a:cubicBezTo>
                  <a:pt x="89875" y="56999"/>
                  <a:pt x="89875" y="49802"/>
                  <a:pt x="85892" y="45124"/>
                </a:cubicBezTo>
                <a:cubicBezTo>
                  <a:pt x="79375" y="37568"/>
                  <a:pt x="79375" y="24974"/>
                  <a:pt x="85892" y="17417"/>
                </a:cubicBezTo>
                <a:cubicBezTo>
                  <a:pt x="87703" y="15618"/>
                  <a:pt x="90599" y="15258"/>
                  <a:pt x="92409" y="16698"/>
                </a:cubicBezTo>
                <a:close/>
                <a:moveTo>
                  <a:pt x="176547" y="8770"/>
                </a:moveTo>
                <a:cubicBezTo>
                  <a:pt x="178357" y="10581"/>
                  <a:pt x="178719" y="13117"/>
                  <a:pt x="176909" y="15291"/>
                </a:cubicBezTo>
                <a:cubicBezTo>
                  <a:pt x="173288" y="19638"/>
                  <a:pt x="173288" y="26883"/>
                  <a:pt x="176909" y="31592"/>
                </a:cubicBezTo>
                <a:cubicBezTo>
                  <a:pt x="183788" y="39561"/>
                  <a:pt x="183788" y="51878"/>
                  <a:pt x="176909" y="59485"/>
                </a:cubicBezTo>
                <a:cubicBezTo>
                  <a:pt x="176185" y="60572"/>
                  <a:pt x="174737" y="60934"/>
                  <a:pt x="173651" y="60934"/>
                </a:cubicBezTo>
                <a:cubicBezTo>
                  <a:pt x="172564" y="60934"/>
                  <a:pt x="171478" y="60572"/>
                  <a:pt x="170754" y="60210"/>
                </a:cubicBezTo>
                <a:cubicBezTo>
                  <a:pt x="168582" y="58398"/>
                  <a:pt x="168582" y="55500"/>
                  <a:pt x="170030" y="53689"/>
                </a:cubicBezTo>
                <a:cubicBezTo>
                  <a:pt x="174013" y="49342"/>
                  <a:pt x="174013" y="41735"/>
                  <a:pt x="170030" y="37388"/>
                </a:cubicBezTo>
                <a:cubicBezTo>
                  <a:pt x="163513" y="29781"/>
                  <a:pt x="163513" y="17464"/>
                  <a:pt x="170030" y="9495"/>
                </a:cubicBezTo>
                <a:cubicBezTo>
                  <a:pt x="171840" y="7683"/>
                  <a:pt x="174737" y="7321"/>
                  <a:pt x="176547" y="8770"/>
                </a:cubicBezTo>
                <a:close/>
                <a:moveTo>
                  <a:pt x="133684" y="1182"/>
                </a:moveTo>
                <a:cubicBezTo>
                  <a:pt x="135495" y="2621"/>
                  <a:pt x="135857" y="5500"/>
                  <a:pt x="134047" y="7659"/>
                </a:cubicBezTo>
                <a:cubicBezTo>
                  <a:pt x="130426" y="11618"/>
                  <a:pt x="130426" y="19174"/>
                  <a:pt x="134047" y="23492"/>
                </a:cubicBezTo>
                <a:cubicBezTo>
                  <a:pt x="140926" y="31408"/>
                  <a:pt x="140926" y="43643"/>
                  <a:pt x="134047" y="51559"/>
                </a:cubicBezTo>
                <a:cubicBezTo>
                  <a:pt x="133322" y="52639"/>
                  <a:pt x="132236" y="52998"/>
                  <a:pt x="130788" y="52998"/>
                </a:cubicBezTo>
                <a:cubicBezTo>
                  <a:pt x="129702" y="52998"/>
                  <a:pt x="128615" y="52639"/>
                  <a:pt x="127891" y="51919"/>
                </a:cubicBezTo>
                <a:cubicBezTo>
                  <a:pt x="126081" y="50480"/>
                  <a:pt x="125719" y="47601"/>
                  <a:pt x="127167" y="45442"/>
                </a:cubicBezTo>
                <a:cubicBezTo>
                  <a:pt x="131150" y="41484"/>
                  <a:pt x="131150" y="33567"/>
                  <a:pt x="127167" y="29609"/>
                </a:cubicBezTo>
                <a:cubicBezTo>
                  <a:pt x="120650" y="21693"/>
                  <a:pt x="120650" y="9459"/>
                  <a:pt x="127167" y="1542"/>
                </a:cubicBezTo>
                <a:cubicBezTo>
                  <a:pt x="128978" y="-257"/>
                  <a:pt x="131874" y="-617"/>
                  <a:pt x="133684" y="11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7" name="Freeform 734">
            <a:extLst>
              <a:ext uri="{FF2B5EF4-FFF2-40B4-BE49-F238E27FC236}">
                <a16:creationId xmlns:a16="http://schemas.microsoft.com/office/drawing/2014/main" id="{0C510773-0392-404E-B11C-C6A6CE9A7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492" y="3276699"/>
            <a:ext cx="321716" cy="304603"/>
          </a:xfrm>
          <a:custGeom>
            <a:avLst/>
            <a:gdLst/>
            <a:ahLst/>
            <a:cxnLst/>
            <a:rect l="0" t="0" r="r" b="b"/>
            <a:pathLst>
              <a:path w="298090" h="282212">
                <a:moveTo>
                  <a:pt x="23926" y="233476"/>
                </a:moveTo>
                <a:cubicBezTo>
                  <a:pt x="25627" y="231775"/>
                  <a:pt x="28348" y="231775"/>
                  <a:pt x="29709" y="233476"/>
                </a:cubicBezTo>
                <a:cubicBezTo>
                  <a:pt x="31410" y="234837"/>
                  <a:pt x="31410" y="237558"/>
                  <a:pt x="29709" y="239259"/>
                </a:cubicBezTo>
                <a:cubicBezTo>
                  <a:pt x="28348" y="240960"/>
                  <a:pt x="25627" y="240960"/>
                  <a:pt x="23926" y="239259"/>
                </a:cubicBezTo>
                <a:cubicBezTo>
                  <a:pt x="22225" y="237558"/>
                  <a:pt x="22225" y="234837"/>
                  <a:pt x="23926" y="233476"/>
                </a:cubicBezTo>
                <a:close/>
                <a:moveTo>
                  <a:pt x="50366" y="231775"/>
                </a:moveTo>
                <a:lnTo>
                  <a:pt x="226726" y="231775"/>
                </a:lnTo>
                <a:cubicBezTo>
                  <a:pt x="229251" y="231775"/>
                  <a:pt x="231414" y="233607"/>
                  <a:pt x="231414" y="236538"/>
                </a:cubicBezTo>
                <a:cubicBezTo>
                  <a:pt x="231414" y="239102"/>
                  <a:pt x="229251" y="240934"/>
                  <a:pt x="226726" y="240934"/>
                </a:cubicBezTo>
                <a:lnTo>
                  <a:pt x="50366" y="240934"/>
                </a:lnTo>
                <a:cubicBezTo>
                  <a:pt x="48202" y="240934"/>
                  <a:pt x="46038" y="239102"/>
                  <a:pt x="46038" y="236538"/>
                </a:cubicBezTo>
                <a:cubicBezTo>
                  <a:pt x="46038" y="233607"/>
                  <a:pt x="48202" y="231775"/>
                  <a:pt x="50366" y="231775"/>
                </a:cubicBezTo>
                <a:close/>
                <a:moveTo>
                  <a:pt x="271056" y="218996"/>
                </a:moveTo>
                <a:cubicBezTo>
                  <a:pt x="260964" y="218996"/>
                  <a:pt x="252673" y="226989"/>
                  <a:pt x="252673" y="237162"/>
                </a:cubicBezTo>
                <a:cubicBezTo>
                  <a:pt x="252673" y="246971"/>
                  <a:pt x="260964" y="255327"/>
                  <a:pt x="271056" y="255327"/>
                </a:cubicBezTo>
                <a:cubicBezTo>
                  <a:pt x="281149" y="255327"/>
                  <a:pt x="289079" y="246971"/>
                  <a:pt x="289079" y="237162"/>
                </a:cubicBezTo>
                <a:cubicBezTo>
                  <a:pt x="289079" y="226989"/>
                  <a:pt x="281149" y="218996"/>
                  <a:pt x="271056" y="218996"/>
                </a:cubicBezTo>
                <a:close/>
                <a:moveTo>
                  <a:pt x="27033" y="218996"/>
                </a:moveTo>
                <a:cubicBezTo>
                  <a:pt x="16941" y="218996"/>
                  <a:pt x="9011" y="226989"/>
                  <a:pt x="9011" y="237162"/>
                </a:cubicBezTo>
                <a:cubicBezTo>
                  <a:pt x="9011" y="246971"/>
                  <a:pt x="16941" y="255327"/>
                  <a:pt x="27033" y="255327"/>
                </a:cubicBezTo>
                <a:lnTo>
                  <a:pt x="250511" y="255327"/>
                </a:lnTo>
                <a:cubicBezTo>
                  <a:pt x="246546" y="250604"/>
                  <a:pt x="244023" y="244065"/>
                  <a:pt x="244023" y="237162"/>
                </a:cubicBezTo>
                <a:cubicBezTo>
                  <a:pt x="244023" y="229895"/>
                  <a:pt x="246546" y="223355"/>
                  <a:pt x="250511" y="218996"/>
                </a:cubicBezTo>
                <a:lnTo>
                  <a:pt x="27033" y="218996"/>
                </a:lnTo>
                <a:close/>
                <a:moveTo>
                  <a:pt x="27033" y="209550"/>
                </a:moveTo>
                <a:lnTo>
                  <a:pt x="271056" y="209550"/>
                </a:lnTo>
                <a:cubicBezTo>
                  <a:pt x="285835" y="209550"/>
                  <a:pt x="298090" y="221902"/>
                  <a:pt x="298090" y="237162"/>
                </a:cubicBezTo>
                <a:cubicBezTo>
                  <a:pt x="298090" y="252057"/>
                  <a:pt x="285835" y="264410"/>
                  <a:pt x="271056" y="264410"/>
                </a:cubicBezTo>
                <a:lnTo>
                  <a:pt x="244023" y="264410"/>
                </a:lnTo>
                <a:lnTo>
                  <a:pt x="244023" y="277852"/>
                </a:lnTo>
                <a:cubicBezTo>
                  <a:pt x="244023" y="280395"/>
                  <a:pt x="241860" y="282212"/>
                  <a:pt x="239337" y="282212"/>
                </a:cubicBezTo>
                <a:cubicBezTo>
                  <a:pt x="236814" y="282212"/>
                  <a:pt x="234651" y="280395"/>
                  <a:pt x="234651" y="277852"/>
                </a:cubicBezTo>
                <a:lnTo>
                  <a:pt x="234651" y="264410"/>
                </a:lnTo>
                <a:lnTo>
                  <a:pt x="63078" y="264410"/>
                </a:lnTo>
                <a:lnTo>
                  <a:pt x="63078" y="277852"/>
                </a:lnTo>
                <a:cubicBezTo>
                  <a:pt x="63078" y="280395"/>
                  <a:pt x="60916" y="282212"/>
                  <a:pt x="58393" y="282212"/>
                </a:cubicBezTo>
                <a:cubicBezTo>
                  <a:pt x="56230" y="282212"/>
                  <a:pt x="54067" y="280395"/>
                  <a:pt x="54067" y="277852"/>
                </a:cubicBezTo>
                <a:lnTo>
                  <a:pt x="54067" y="264410"/>
                </a:lnTo>
                <a:lnTo>
                  <a:pt x="27033" y="264410"/>
                </a:lnTo>
                <a:cubicBezTo>
                  <a:pt x="11895" y="264410"/>
                  <a:pt x="0" y="252057"/>
                  <a:pt x="0" y="237162"/>
                </a:cubicBezTo>
                <a:cubicBezTo>
                  <a:pt x="0" y="221902"/>
                  <a:pt x="11895" y="209550"/>
                  <a:pt x="27033" y="209550"/>
                </a:cubicBezTo>
                <a:close/>
                <a:moveTo>
                  <a:pt x="227436" y="0"/>
                </a:moveTo>
                <a:lnTo>
                  <a:pt x="256846" y="0"/>
                </a:lnTo>
                <a:cubicBezTo>
                  <a:pt x="258639" y="0"/>
                  <a:pt x="260432" y="1079"/>
                  <a:pt x="260791" y="2879"/>
                </a:cubicBezTo>
                <a:cubicBezTo>
                  <a:pt x="261867" y="4319"/>
                  <a:pt x="261508" y="6478"/>
                  <a:pt x="260074" y="7918"/>
                </a:cubicBezTo>
                <a:lnTo>
                  <a:pt x="226360" y="41749"/>
                </a:lnTo>
                <a:lnTo>
                  <a:pt x="297016" y="197949"/>
                </a:lnTo>
                <a:cubicBezTo>
                  <a:pt x="298091" y="200109"/>
                  <a:pt x="297016" y="202988"/>
                  <a:pt x="294864" y="204068"/>
                </a:cubicBezTo>
                <a:cubicBezTo>
                  <a:pt x="294146" y="204068"/>
                  <a:pt x="293429" y="204428"/>
                  <a:pt x="292712" y="204428"/>
                </a:cubicBezTo>
                <a:cubicBezTo>
                  <a:pt x="291277" y="204428"/>
                  <a:pt x="289484" y="203348"/>
                  <a:pt x="288766" y="201549"/>
                </a:cubicBezTo>
                <a:lnTo>
                  <a:pt x="219545" y="48228"/>
                </a:lnTo>
                <a:lnTo>
                  <a:pt x="203765" y="64423"/>
                </a:lnTo>
                <a:lnTo>
                  <a:pt x="247879" y="193990"/>
                </a:lnTo>
                <a:cubicBezTo>
                  <a:pt x="248597" y="196150"/>
                  <a:pt x="247162" y="198669"/>
                  <a:pt x="244652" y="199749"/>
                </a:cubicBezTo>
                <a:cubicBezTo>
                  <a:pt x="244293" y="199749"/>
                  <a:pt x="243934" y="199749"/>
                  <a:pt x="243576" y="199749"/>
                </a:cubicBezTo>
                <a:cubicBezTo>
                  <a:pt x="241424" y="199749"/>
                  <a:pt x="239630" y="198669"/>
                  <a:pt x="238913" y="196870"/>
                </a:cubicBezTo>
                <a:lnTo>
                  <a:pt x="195157" y="68022"/>
                </a:lnTo>
                <a:lnTo>
                  <a:pt x="127729" y="68022"/>
                </a:lnTo>
                <a:cubicBezTo>
                  <a:pt x="120197" y="68022"/>
                  <a:pt x="113742" y="74141"/>
                  <a:pt x="113742" y="81699"/>
                </a:cubicBezTo>
                <a:cubicBezTo>
                  <a:pt x="113742" y="89617"/>
                  <a:pt x="120197" y="95376"/>
                  <a:pt x="127729" y="95376"/>
                </a:cubicBezTo>
                <a:lnTo>
                  <a:pt x="183321" y="95376"/>
                </a:lnTo>
                <a:cubicBezTo>
                  <a:pt x="185832" y="95376"/>
                  <a:pt x="187625" y="97535"/>
                  <a:pt x="187625" y="100414"/>
                </a:cubicBezTo>
                <a:cubicBezTo>
                  <a:pt x="187625" y="102574"/>
                  <a:pt x="185832" y="104733"/>
                  <a:pt x="183321" y="104733"/>
                </a:cubicBezTo>
                <a:lnTo>
                  <a:pt x="127729" y="104733"/>
                </a:lnTo>
                <a:cubicBezTo>
                  <a:pt x="114818" y="104733"/>
                  <a:pt x="104775" y="94296"/>
                  <a:pt x="104775" y="81699"/>
                </a:cubicBezTo>
                <a:cubicBezTo>
                  <a:pt x="104775" y="69102"/>
                  <a:pt x="114818" y="58665"/>
                  <a:pt x="127729" y="58665"/>
                </a:cubicBezTo>
                <a:lnTo>
                  <a:pt x="196591" y="58665"/>
                </a:lnTo>
                <a:lnTo>
                  <a:pt x="246086" y="8997"/>
                </a:lnTo>
                <a:lnTo>
                  <a:pt x="229229" y="8997"/>
                </a:lnTo>
                <a:lnTo>
                  <a:pt x="177224" y="47508"/>
                </a:lnTo>
                <a:cubicBezTo>
                  <a:pt x="175072" y="48947"/>
                  <a:pt x="172203" y="48228"/>
                  <a:pt x="170768" y="46428"/>
                </a:cubicBezTo>
                <a:cubicBezTo>
                  <a:pt x="169333" y="44269"/>
                  <a:pt x="169692" y="41389"/>
                  <a:pt x="171844" y="39950"/>
                </a:cubicBezTo>
                <a:lnTo>
                  <a:pt x="224925" y="720"/>
                </a:lnTo>
                <a:cubicBezTo>
                  <a:pt x="225643" y="360"/>
                  <a:pt x="226719" y="0"/>
                  <a:pt x="2274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8" name="Freeform 733">
            <a:extLst>
              <a:ext uri="{FF2B5EF4-FFF2-40B4-BE49-F238E27FC236}">
                <a16:creationId xmlns:a16="http://schemas.microsoft.com/office/drawing/2014/main" id="{20829E07-F790-DE4B-BFD5-0CD982893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492" y="4069966"/>
            <a:ext cx="320005" cy="321716"/>
          </a:xfrm>
          <a:custGeom>
            <a:avLst/>
            <a:gdLst/>
            <a:ahLst/>
            <a:cxnLst/>
            <a:rect l="0" t="0" r="r" b="b"/>
            <a:pathLst>
              <a:path w="296500" h="298092">
                <a:moveTo>
                  <a:pt x="135191" y="228696"/>
                </a:moveTo>
                <a:cubicBezTo>
                  <a:pt x="143784" y="228696"/>
                  <a:pt x="152423" y="231967"/>
                  <a:pt x="159083" y="238508"/>
                </a:cubicBezTo>
                <a:cubicBezTo>
                  <a:pt x="163762" y="243232"/>
                  <a:pt x="169881" y="245776"/>
                  <a:pt x="176361" y="245776"/>
                </a:cubicBezTo>
                <a:cubicBezTo>
                  <a:pt x="183200" y="245776"/>
                  <a:pt x="189319" y="243232"/>
                  <a:pt x="193999" y="238508"/>
                </a:cubicBezTo>
                <a:cubicBezTo>
                  <a:pt x="205517" y="226879"/>
                  <a:pt x="223515" y="225425"/>
                  <a:pt x="236833" y="234510"/>
                </a:cubicBezTo>
                <a:cubicBezTo>
                  <a:pt x="238993" y="235964"/>
                  <a:pt x="239353" y="238871"/>
                  <a:pt x="237913" y="241052"/>
                </a:cubicBezTo>
                <a:cubicBezTo>
                  <a:pt x="236474" y="242869"/>
                  <a:pt x="233954" y="243596"/>
                  <a:pt x="231794" y="241779"/>
                </a:cubicBezTo>
                <a:cubicBezTo>
                  <a:pt x="222075" y="235237"/>
                  <a:pt x="208757" y="236328"/>
                  <a:pt x="200478" y="245049"/>
                </a:cubicBezTo>
                <a:cubicBezTo>
                  <a:pt x="193999" y="251591"/>
                  <a:pt x="185720" y="255225"/>
                  <a:pt x="176361" y="255225"/>
                </a:cubicBezTo>
                <a:cubicBezTo>
                  <a:pt x="167722" y="255225"/>
                  <a:pt x="159083" y="251591"/>
                  <a:pt x="152603" y="245049"/>
                </a:cubicBezTo>
                <a:cubicBezTo>
                  <a:pt x="143245" y="235237"/>
                  <a:pt x="127406" y="235237"/>
                  <a:pt x="117688" y="245049"/>
                </a:cubicBezTo>
                <a:cubicBezTo>
                  <a:pt x="111568" y="251591"/>
                  <a:pt x="102929" y="255225"/>
                  <a:pt x="94290" y="255225"/>
                </a:cubicBezTo>
                <a:cubicBezTo>
                  <a:pt x="84931" y="255225"/>
                  <a:pt x="76652" y="251591"/>
                  <a:pt x="70173" y="245049"/>
                </a:cubicBezTo>
                <a:cubicBezTo>
                  <a:pt x="66934" y="241415"/>
                  <a:pt x="62614" y="239235"/>
                  <a:pt x="57935" y="238145"/>
                </a:cubicBezTo>
                <a:cubicBezTo>
                  <a:pt x="55415" y="237781"/>
                  <a:pt x="53975" y="235237"/>
                  <a:pt x="54335" y="232693"/>
                </a:cubicBezTo>
                <a:cubicBezTo>
                  <a:pt x="55055" y="230513"/>
                  <a:pt x="57215" y="228696"/>
                  <a:pt x="59734" y="229423"/>
                </a:cubicBezTo>
                <a:cubicBezTo>
                  <a:pt x="66214" y="230513"/>
                  <a:pt x="71973" y="233784"/>
                  <a:pt x="76652" y="238508"/>
                </a:cubicBezTo>
                <a:cubicBezTo>
                  <a:pt x="81332" y="243232"/>
                  <a:pt x="87451" y="245776"/>
                  <a:pt x="94290" y="245776"/>
                </a:cubicBezTo>
                <a:cubicBezTo>
                  <a:pt x="100770" y="245776"/>
                  <a:pt x="106889" y="243232"/>
                  <a:pt x="111568" y="238508"/>
                </a:cubicBezTo>
                <a:cubicBezTo>
                  <a:pt x="118048" y="231967"/>
                  <a:pt x="126597" y="228696"/>
                  <a:pt x="135191" y="228696"/>
                </a:cubicBezTo>
                <a:close/>
                <a:moveTo>
                  <a:pt x="239257" y="187420"/>
                </a:moveTo>
                <a:cubicBezTo>
                  <a:pt x="248235" y="187420"/>
                  <a:pt x="256854" y="191055"/>
                  <a:pt x="262958" y="197232"/>
                </a:cubicBezTo>
                <a:cubicBezTo>
                  <a:pt x="264754" y="199050"/>
                  <a:pt x="264754" y="201957"/>
                  <a:pt x="262958" y="203774"/>
                </a:cubicBezTo>
                <a:cubicBezTo>
                  <a:pt x="261163" y="205591"/>
                  <a:pt x="258290" y="205591"/>
                  <a:pt x="256495" y="203774"/>
                </a:cubicBezTo>
                <a:cubicBezTo>
                  <a:pt x="247158" y="193962"/>
                  <a:pt x="231357" y="193962"/>
                  <a:pt x="221661" y="203774"/>
                </a:cubicBezTo>
                <a:cubicBezTo>
                  <a:pt x="215197" y="210315"/>
                  <a:pt x="206938" y="213949"/>
                  <a:pt x="197960" y="213949"/>
                </a:cubicBezTo>
                <a:cubicBezTo>
                  <a:pt x="188982" y="213949"/>
                  <a:pt x="180723" y="210315"/>
                  <a:pt x="174259" y="203774"/>
                </a:cubicBezTo>
                <a:cubicBezTo>
                  <a:pt x="164563" y="193962"/>
                  <a:pt x="149121" y="193962"/>
                  <a:pt x="139425" y="203774"/>
                </a:cubicBezTo>
                <a:cubicBezTo>
                  <a:pt x="133321" y="210315"/>
                  <a:pt x="124702" y="213949"/>
                  <a:pt x="115724" y="213949"/>
                </a:cubicBezTo>
                <a:cubicBezTo>
                  <a:pt x="106747" y="213949"/>
                  <a:pt x="98487" y="210315"/>
                  <a:pt x="92023" y="203774"/>
                </a:cubicBezTo>
                <a:cubicBezTo>
                  <a:pt x="82327" y="193962"/>
                  <a:pt x="66527" y="193962"/>
                  <a:pt x="57190" y="203774"/>
                </a:cubicBezTo>
                <a:cubicBezTo>
                  <a:pt x="52880" y="208135"/>
                  <a:pt x="47135" y="211405"/>
                  <a:pt x="41030" y="212859"/>
                </a:cubicBezTo>
                <a:cubicBezTo>
                  <a:pt x="38516" y="213223"/>
                  <a:pt x="36002" y="211769"/>
                  <a:pt x="35643" y="209588"/>
                </a:cubicBezTo>
                <a:cubicBezTo>
                  <a:pt x="34925" y="207045"/>
                  <a:pt x="36361" y="204501"/>
                  <a:pt x="38875" y="204137"/>
                </a:cubicBezTo>
                <a:cubicBezTo>
                  <a:pt x="43543" y="203047"/>
                  <a:pt x="47494" y="200503"/>
                  <a:pt x="50726" y="197232"/>
                </a:cubicBezTo>
                <a:cubicBezTo>
                  <a:pt x="64013" y="184150"/>
                  <a:pt x="85200" y="184150"/>
                  <a:pt x="98487" y="197232"/>
                </a:cubicBezTo>
                <a:cubicBezTo>
                  <a:pt x="102796" y="201957"/>
                  <a:pt x="109260" y="204501"/>
                  <a:pt x="115724" y="204501"/>
                </a:cubicBezTo>
                <a:cubicBezTo>
                  <a:pt x="122547" y="204501"/>
                  <a:pt x="128293" y="201957"/>
                  <a:pt x="133321" y="197232"/>
                </a:cubicBezTo>
                <a:cubicBezTo>
                  <a:pt x="146248" y="184150"/>
                  <a:pt x="167436" y="184150"/>
                  <a:pt x="180723" y="197232"/>
                </a:cubicBezTo>
                <a:cubicBezTo>
                  <a:pt x="185391" y="201957"/>
                  <a:pt x="191496" y="204501"/>
                  <a:pt x="197960" y="204501"/>
                </a:cubicBezTo>
                <a:cubicBezTo>
                  <a:pt x="204424" y="204501"/>
                  <a:pt x="210888" y="201957"/>
                  <a:pt x="215197" y="197232"/>
                </a:cubicBezTo>
                <a:cubicBezTo>
                  <a:pt x="221661" y="191055"/>
                  <a:pt x="230280" y="187420"/>
                  <a:pt x="239257" y="187420"/>
                </a:cubicBezTo>
                <a:close/>
                <a:moveTo>
                  <a:pt x="7140" y="181691"/>
                </a:moveTo>
                <a:cubicBezTo>
                  <a:pt x="9663" y="181333"/>
                  <a:pt x="11825" y="182407"/>
                  <a:pt x="12546" y="184914"/>
                </a:cubicBezTo>
                <a:cubicBezTo>
                  <a:pt x="28766" y="246160"/>
                  <a:pt x="84634" y="288780"/>
                  <a:pt x="148432" y="288780"/>
                </a:cubicBezTo>
                <a:cubicBezTo>
                  <a:pt x="211869" y="288780"/>
                  <a:pt x="267737" y="246160"/>
                  <a:pt x="283956" y="184914"/>
                </a:cubicBezTo>
                <a:cubicBezTo>
                  <a:pt x="284317" y="182407"/>
                  <a:pt x="286840" y="180975"/>
                  <a:pt x="289363" y="181691"/>
                </a:cubicBezTo>
                <a:cubicBezTo>
                  <a:pt x="291886" y="182407"/>
                  <a:pt x="293328" y="184914"/>
                  <a:pt x="292607" y="187063"/>
                </a:cubicBezTo>
                <a:cubicBezTo>
                  <a:pt x="275666" y="252606"/>
                  <a:pt x="216194" y="298092"/>
                  <a:pt x="148432" y="298092"/>
                </a:cubicBezTo>
                <a:cubicBezTo>
                  <a:pt x="80309" y="298092"/>
                  <a:pt x="21197" y="252606"/>
                  <a:pt x="3896" y="187063"/>
                </a:cubicBezTo>
                <a:cubicBezTo>
                  <a:pt x="3175" y="184914"/>
                  <a:pt x="4617" y="182407"/>
                  <a:pt x="7140" y="181691"/>
                </a:cubicBezTo>
                <a:close/>
                <a:moveTo>
                  <a:pt x="148432" y="147673"/>
                </a:moveTo>
                <a:cubicBezTo>
                  <a:pt x="157082" y="147673"/>
                  <a:pt x="165012" y="150884"/>
                  <a:pt x="171500" y="157305"/>
                </a:cubicBezTo>
                <a:cubicBezTo>
                  <a:pt x="180511" y="166224"/>
                  <a:pt x="196009" y="166224"/>
                  <a:pt x="205020" y="157305"/>
                </a:cubicBezTo>
                <a:cubicBezTo>
                  <a:pt x="211508" y="150884"/>
                  <a:pt x="219438" y="147673"/>
                  <a:pt x="228449" y="147673"/>
                </a:cubicBezTo>
                <a:cubicBezTo>
                  <a:pt x="237099" y="147673"/>
                  <a:pt x="245029" y="150884"/>
                  <a:pt x="251517" y="157305"/>
                </a:cubicBezTo>
                <a:cubicBezTo>
                  <a:pt x="255842" y="161586"/>
                  <a:pt x="261970" y="163727"/>
                  <a:pt x="268457" y="163727"/>
                </a:cubicBezTo>
                <a:cubicBezTo>
                  <a:pt x="274585" y="163727"/>
                  <a:pt x="280712" y="161586"/>
                  <a:pt x="285038" y="157305"/>
                </a:cubicBezTo>
                <a:cubicBezTo>
                  <a:pt x="286840" y="155165"/>
                  <a:pt x="289723" y="155165"/>
                  <a:pt x="291526" y="157305"/>
                </a:cubicBezTo>
                <a:cubicBezTo>
                  <a:pt x="293328" y="158732"/>
                  <a:pt x="293328" y="161586"/>
                  <a:pt x="291526" y="163370"/>
                </a:cubicBezTo>
                <a:cubicBezTo>
                  <a:pt x="285038" y="169435"/>
                  <a:pt x="277108" y="173002"/>
                  <a:pt x="268457" y="173002"/>
                </a:cubicBezTo>
                <a:cubicBezTo>
                  <a:pt x="259447" y="173002"/>
                  <a:pt x="251517" y="169435"/>
                  <a:pt x="245029" y="163370"/>
                </a:cubicBezTo>
                <a:cubicBezTo>
                  <a:pt x="240704" y="159089"/>
                  <a:pt x="234576" y="156592"/>
                  <a:pt x="228449" y="156592"/>
                </a:cubicBezTo>
                <a:cubicBezTo>
                  <a:pt x="221961" y="156592"/>
                  <a:pt x="215834" y="158732"/>
                  <a:pt x="211508" y="163370"/>
                </a:cubicBezTo>
                <a:cubicBezTo>
                  <a:pt x="198533" y="175856"/>
                  <a:pt x="177988" y="175856"/>
                  <a:pt x="165012" y="163370"/>
                </a:cubicBezTo>
                <a:cubicBezTo>
                  <a:pt x="160687" y="158732"/>
                  <a:pt x="154559" y="156592"/>
                  <a:pt x="148432" y="156592"/>
                </a:cubicBezTo>
                <a:cubicBezTo>
                  <a:pt x="141944" y="156592"/>
                  <a:pt x="135816" y="158732"/>
                  <a:pt x="131491" y="163370"/>
                </a:cubicBezTo>
                <a:cubicBezTo>
                  <a:pt x="118515" y="175856"/>
                  <a:pt x="97970" y="175856"/>
                  <a:pt x="84995" y="163370"/>
                </a:cubicBezTo>
                <a:cubicBezTo>
                  <a:pt x="75623" y="154095"/>
                  <a:pt x="60845" y="154095"/>
                  <a:pt x="51474" y="163370"/>
                </a:cubicBezTo>
                <a:cubicBezTo>
                  <a:pt x="38498" y="175856"/>
                  <a:pt x="17953" y="175856"/>
                  <a:pt x="4977" y="163370"/>
                </a:cubicBezTo>
                <a:cubicBezTo>
                  <a:pt x="3175" y="161586"/>
                  <a:pt x="3175" y="158732"/>
                  <a:pt x="4977" y="157305"/>
                </a:cubicBezTo>
                <a:cubicBezTo>
                  <a:pt x="6779" y="155165"/>
                  <a:pt x="9663" y="155165"/>
                  <a:pt x="11465" y="157305"/>
                </a:cubicBezTo>
                <a:cubicBezTo>
                  <a:pt x="15790" y="161586"/>
                  <a:pt x="21918" y="163727"/>
                  <a:pt x="28406" y="163727"/>
                </a:cubicBezTo>
                <a:cubicBezTo>
                  <a:pt x="34533" y="163727"/>
                  <a:pt x="40660" y="161586"/>
                  <a:pt x="44986" y="157305"/>
                </a:cubicBezTo>
                <a:cubicBezTo>
                  <a:pt x="57962" y="144463"/>
                  <a:pt x="78507" y="144463"/>
                  <a:pt x="91482" y="157305"/>
                </a:cubicBezTo>
                <a:cubicBezTo>
                  <a:pt x="100854" y="166224"/>
                  <a:pt x="115632" y="166224"/>
                  <a:pt x="125003" y="157305"/>
                </a:cubicBezTo>
                <a:cubicBezTo>
                  <a:pt x="131491" y="150884"/>
                  <a:pt x="139421" y="147673"/>
                  <a:pt x="148432" y="147673"/>
                </a:cubicBezTo>
                <a:close/>
                <a:moveTo>
                  <a:pt x="166149" y="90152"/>
                </a:moveTo>
                <a:lnTo>
                  <a:pt x="166149" y="114673"/>
                </a:lnTo>
                <a:lnTo>
                  <a:pt x="223658" y="114673"/>
                </a:lnTo>
                <a:lnTo>
                  <a:pt x="223658" y="90152"/>
                </a:lnTo>
                <a:lnTo>
                  <a:pt x="166149" y="90152"/>
                </a:lnTo>
                <a:close/>
                <a:moveTo>
                  <a:pt x="166149" y="56615"/>
                </a:moveTo>
                <a:lnTo>
                  <a:pt x="166149" y="81137"/>
                </a:lnTo>
                <a:lnTo>
                  <a:pt x="223658" y="81137"/>
                </a:lnTo>
                <a:lnTo>
                  <a:pt x="223658" y="56615"/>
                </a:lnTo>
                <a:lnTo>
                  <a:pt x="166149" y="56615"/>
                </a:lnTo>
                <a:close/>
                <a:moveTo>
                  <a:pt x="247877" y="45899"/>
                </a:moveTo>
                <a:cubicBezTo>
                  <a:pt x="249692" y="44450"/>
                  <a:pt x="252957" y="44450"/>
                  <a:pt x="254409" y="45899"/>
                </a:cubicBezTo>
                <a:cubicBezTo>
                  <a:pt x="279083" y="71265"/>
                  <a:pt x="293960" y="104240"/>
                  <a:pt x="296500" y="139390"/>
                </a:cubicBezTo>
                <a:cubicBezTo>
                  <a:pt x="296500" y="141926"/>
                  <a:pt x="294686" y="143738"/>
                  <a:pt x="292509" y="144100"/>
                </a:cubicBezTo>
                <a:cubicBezTo>
                  <a:pt x="292146" y="144100"/>
                  <a:pt x="292146" y="144100"/>
                  <a:pt x="291783" y="144100"/>
                </a:cubicBezTo>
                <a:cubicBezTo>
                  <a:pt x="289606" y="144100"/>
                  <a:pt x="287792" y="142289"/>
                  <a:pt x="287429" y="139752"/>
                </a:cubicBezTo>
                <a:cubicBezTo>
                  <a:pt x="284889" y="107139"/>
                  <a:pt x="270737" y="75976"/>
                  <a:pt x="247877" y="52422"/>
                </a:cubicBezTo>
                <a:cubicBezTo>
                  <a:pt x="246063" y="50610"/>
                  <a:pt x="246063" y="47711"/>
                  <a:pt x="247877" y="45899"/>
                </a:cubicBezTo>
                <a:close/>
                <a:moveTo>
                  <a:pt x="166149" y="23079"/>
                </a:moveTo>
                <a:lnTo>
                  <a:pt x="166149" y="47600"/>
                </a:lnTo>
                <a:lnTo>
                  <a:pt x="223658" y="47600"/>
                </a:lnTo>
                <a:lnTo>
                  <a:pt x="223658" y="23079"/>
                </a:lnTo>
                <a:lnTo>
                  <a:pt x="166149" y="23079"/>
                </a:lnTo>
                <a:close/>
                <a:moveTo>
                  <a:pt x="135895" y="1949"/>
                </a:moveTo>
                <a:cubicBezTo>
                  <a:pt x="138053" y="1588"/>
                  <a:pt x="140569" y="3392"/>
                  <a:pt x="140929" y="5917"/>
                </a:cubicBezTo>
                <a:cubicBezTo>
                  <a:pt x="140929" y="8443"/>
                  <a:pt x="139131" y="10608"/>
                  <a:pt x="136614" y="10968"/>
                </a:cubicBezTo>
                <a:cubicBezTo>
                  <a:pt x="67948" y="16380"/>
                  <a:pt x="14380" y="70860"/>
                  <a:pt x="8988" y="139772"/>
                </a:cubicBezTo>
                <a:cubicBezTo>
                  <a:pt x="8628" y="142298"/>
                  <a:pt x="6831" y="144102"/>
                  <a:pt x="4674" y="144102"/>
                </a:cubicBezTo>
                <a:cubicBezTo>
                  <a:pt x="4314" y="144102"/>
                  <a:pt x="4314" y="144102"/>
                  <a:pt x="3955" y="144102"/>
                </a:cubicBezTo>
                <a:cubicBezTo>
                  <a:pt x="1438" y="143741"/>
                  <a:pt x="0" y="141937"/>
                  <a:pt x="0" y="139412"/>
                </a:cubicBezTo>
                <a:cubicBezTo>
                  <a:pt x="5752" y="65809"/>
                  <a:pt x="62555" y="7721"/>
                  <a:pt x="135895" y="1949"/>
                </a:cubicBezTo>
                <a:close/>
                <a:moveTo>
                  <a:pt x="161476" y="0"/>
                </a:moveTo>
                <a:cubicBezTo>
                  <a:pt x="163992" y="0"/>
                  <a:pt x="166149" y="2163"/>
                  <a:pt x="166149" y="4688"/>
                </a:cubicBezTo>
                <a:lnTo>
                  <a:pt x="166149" y="14063"/>
                </a:lnTo>
                <a:lnTo>
                  <a:pt x="223658" y="14063"/>
                </a:lnTo>
                <a:lnTo>
                  <a:pt x="223658" y="4688"/>
                </a:lnTo>
                <a:cubicBezTo>
                  <a:pt x="223658" y="2163"/>
                  <a:pt x="225815" y="0"/>
                  <a:pt x="228331" y="0"/>
                </a:cubicBezTo>
                <a:cubicBezTo>
                  <a:pt x="230847" y="0"/>
                  <a:pt x="233004" y="2163"/>
                  <a:pt x="233004" y="4688"/>
                </a:cubicBezTo>
                <a:lnTo>
                  <a:pt x="233004" y="133064"/>
                </a:lnTo>
                <a:cubicBezTo>
                  <a:pt x="233004" y="135588"/>
                  <a:pt x="230847" y="137752"/>
                  <a:pt x="228331" y="137752"/>
                </a:cubicBezTo>
                <a:cubicBezTo>
                  <a:pt x="225815" y="137752"/>
                  <a:pt x="223658" y="135588"/>
                  <a:pt x="223658" y="133064"/>
                </a:cubicBezTo>
                <a:lnTo>
                  <a:pt x="223658" y="123688"/>
                </a:lnTo>
                <a:lnTo>
                  <a:pt x="166149" y="123688"/>
                </a:lnTo>
                <a:lnTo>
                  <a:pt x="166149" y="133064"/>
                </a:lnTo>
                <a:cubicBezTo>
                  <a:pt x="166149" y="135588"/>
                  <a:pt x="163992" y="137752"/>
                  <a:pt x="161476" y="137752"/>
                </a:cubicBezTo>
                <a:cubicBezTo>
                  <a:pt x="158960" y="137752"/>
                  <a:pt x="157163" y="135588"/>
                  <a:pt x="157163" y="133064"/>
                </a:cubicBezTo>
                <a:lnTo>
                  <a:pt x="157163" y="4688"/>
                </a:lnTo>
                <a:cubicBezTo>
                  <a:pt x="157163" y="2163"/>
                  <a:pt x="158960" y="0"/>
                  <a:pt x="16147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9" name="Freeform 732">
            <a:extLst>
              <a:ext uri="{FF2B5EF4-FFF2-40B4-BE49-F238E27FC236}">
                <a16:creationId xmlns:a16="http://schemas.microsoft.com/office/drawing/2014/main" id="{C7F5FD4C-AC92-E34D-B34D-5914E44DC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781" y="4871375"/>
            <a:ext cx="321716" cy="320004"/>
          </a:xfrm>
          <a:custGeom>
            <a:avLst/>
            <a:gdLst/>
            <a:ahLst/>
            <a:cxnLst/>
            <a:rect l="0" t="0" r="r" b="b"/>
            <a:pathLst>
              <a:path w="298090" h="296522">
                <a:moveTo>
                  <a:pt x="229743" y="289038"/>
                </a:moveTo>
                <a:cubicBezTo>
                  <a:pt x="231648" y="287337"/>
                  <a:pt x="234696" y="287337"/>
                  <a:pt x="236601" y="289038"/>
                </a:cubicBezTo>
                <a:cubicBezTo>
                  <a:pt x="237363" y="289718"/>
                  <a:pt x="237744" y="291079"/>
                  <a:pt x="237744" y="292100"/>
                </a:cubicBezTo>
                <a:cubicBezTo>
                  <a:pt x="237744" y="293120"/>
                  <a:pt x="237363" y="294481"/>
                  <a:pt x="236601" y="295161"/>
                </a:cubicBezTo>
                <a:cubicBezTo>
                  <a:pt x="235839" y="295842"/>
                  <a:pt x="234315" y="296522"/>
                  <a:pt x="233172" y="296522"/>
                </a:cubicBezTo>
                <a:cubicBezTo>
                  <a:pt x="232029" y="296522"/>
                  <a:pt x="230886" y="295842"/>
                  <a:pt x="229743" y="295161"/>
                </a:cubicBezTo>
                <a:cubicBezTo>
                  <a:pt x="228981" y="294481"/>
                  <a:pt x="228600" y="293120"/>
                  <a:pt x="228600" y="292100"/>
                </a:cubicBezTo>
                <a:cubicBezTo>
                  <a:pt x="228600" y="291079"/>
                  <a:pt x="228981" y="289718"/>
                  <a:pt x="229743" y="289038"/>
                </a:cubicBezTo>
                <a:close/>
                <a:moveTo>
                  <a:pt x="271018" y="279223"/>
                </a:moveTo>
                <a:cubicBezTo>
                  <a:pt x="272923" y="277812"/>
                  <a:pt x="275971" y="277812"/>
                  <a:pt x="277876" y="279223"/>
                </a:cubicBezTo>
                <a:cubicBezTo>
                  <a:pt x="278638" y="279929"/>
                  <a:pt x="279019" y="281340"/>
                  <a:pt x="279019" y="282398"/>
                </a:cubicBezTo>
                <a:cubicBezTo>
                  <a:pt x="279019" y="283457"/>
                  <a:pt x="278638" y="284868"/>
                  <a:pt x="277876" y="285573"/>
                </a:cubicBezTo>
                <a:cubicBezTo>
                  <a:pt x="277114" y="286279"/>
                  <a:pt x="275971" y="286984"/>
                  <a:pt x="274447" y="286984"/>
                </a:cubicBezTo>
                <a:cubicBezTo>
                  <a:pt x="273304" y="286984"/>
                  <a:pt x="272161" y="286279"/>
                  <a:pt x="271018" y="285573"/>
                </a:cubicBezTo>
                <a:cubicBezTo>
                  <a:pt x="270256" y="284868"/>
                  <a:pt x="269875" y="283457"/>
                  <a:pt x="269875" y="282398"/>
                </a:cubicBezTo>
                <a:cubicBezTo>
                  <a:pt x="269875" y="281340"/>
                  <a:pt x="270256" y="279929"/>
                  <a:pt x="271018" y="279223"/>
                </a:cubicBezTo>
                <a:close/>
                <a:moveTo>
                  <a:pt x="190378" y="279223"/>
                </a:moveTo>
                <a:cubicBezTo>
                  <a:pt x="191844" y="277812"/>
                  <a:pt x="195141" y="277812"/>
                  <a:pt x="196606" y="279223"/>
                </a:cubicBezTo>
                <a:cubicBezTo>
                  <a:pt x="197705" y="280282"/>
                  <a:pt x="198072" y="281340"/>
                  <a:pt x="198072" y="282398"/>
                </a:cubicBezTo>
                <a:cubicBezTo>
                  <a:pt x="198072" y="283457"/>
                  <a:pt x="197705" y="284868"/>
                  <a:pt x="196606" y="285573"/>
                </a:cubicBezTo>
                <a:cubicBezTo>
                  <a:pt x="195873" y="286279"/>
                  <a:pt x="194408" y="286984"/>
                  <a:pt x="193675" y="286984"/>
                </a:cubicBezTo>
                <a:cubicBezTo>
                  <a:pt x="192210" y="286984"/>
                  <a:pt x="191111" y="286279"/>
                  <a:pt x="190378" y="285573"/>
                </a:cubicBezTo>
                <a:cubicBezTo>
                  <a:pt x="189279" y="284868"/>
                  <a:pt x="188913" y="283457"/>
                  <a:pt x="188913" y="282398"/>
                </a:cubicBezTo>
                <a:cubicBezTo>
                  <a:pt x="188913" y="281340"/>
                  <a:pt x="189279" y="280282"/>
                  <a:pt x="190378" y="279223"/>
                </a:cubicBezTo>
                <a:close/>
                <a:moveTo>
                  <a:pt x="233172" y="265112"/>
                </a:moveTo>
                <a:cubicBezTo>
                  <a:pt x="235839" y="265112"/>
                  <a:pt x="237744" y="266943"/>
                  <a:pt x="237744" y="269508"/>
                </a:cubicBezTo>
                <a:cubicBezTo>
                  <a:pt x="237744" y="272072"/>
                  <a:pt x="235839" y="274270"/>
                  <a:pt x="233172" y="274270"/>
                </a:cubicBezTo>
                <a:cubicBezTo>
                  <a:pt x="230505" y="274270"/>
                  <a:pt x="228600" y="272072"/>
                  <a:pt x="228600" y="269508"/>
                </a:cubicBezTo>
                <a:cubicBezTo>
                  <a:pt x="228600" y="266943"/>
                  <a:pt x="230505" y="265112"/>
                  <a:pt x="233172" y="265112"/>
                </a:cubicBezTo>
                <a:close/>
                <a:moveTo>
                  <a:pt x="272522" y="257528"/>
                </a:moveTo>
                <a:cubicBezTo>
                  <a:pt x="274991" y="257175"/>
                  <a:pt x="277108" y="259291"/>
                  <a:pt x="277460" y="261408"/>
                </a:cubicBezTo>
                <a:cubicBezTo>
                  <a:pt x="277460" y="263878"/>
                  <a:pt x="275697" y="265994"/>
                  <a:pt x="273227" y="266347"/>
                </a:cubicBezTo>
                <a:lnTo>
                  <a:pt x="272874" y="266347"/>
                </a:lnTo>
                <a:cubicBezTo>
                  <a:pt x="270758" y="266347"/>
                  <a:pt x="268641" y="264583"/>
                  <a:pt x="268288" y="262466"/>
                </a:cubicBezTo>
                <a:cubicBezTo>
                  <a:pt x="268288" y="259644"/>
                  <a:pt x="270052" y="257880"/>
                  <a:pt x="272522" y="257528"/>
                </a:cubicBezTo>
                <a:close/>
                <a:moveTo>
                  <a:pt x="195439" y="257528"/>
                </a:moveTo>
                <a:cubicBezTo>
                  <a:pt x="197908" y="257880"/>
                  <a:pt x="199672" y="259644"/>
                  <a:pt x="199672" y="262466"/>
                </a:cubicBezTo>
                <a:cubicBezTo>
                  <a:pt x="199672" y="264583"/>
                  <a:pt x="197555" y="266347"/>
                  <a:pt x="195086" y="266347"/>
                </a:cubicBezTo>
                <a:lnTo>
                  <a:pt x="194733" y="266347"/>
                </a:lnTo>
                <a:cubicBezTo>
                  <a:pt x="192617" y="265994"/>
                  <a:pt x="190500" y="263878"/>
                  <a:pt x="190853" y="261408"/>
                </a:cubicBezTo>
                <a:cubicBezTo>
                  <a:pt x="190853" y="259291"/>
                  <a:pt x="192969" y="257175"/>
                  <a:pt x="195439" y="257528"/>
                </a:cubicBezTo>
                <a:close/>
                <a:moveTo>
                  <a:pt x="233172" y="242887"/>
                </a:moveTo>
                <a:cubicBezTo>
                  <a:pt x="235839" y="242887"/>
                  <a:pt x="237744" y="245003"/>
                  <a:pt x="237744" y="247473"/>
                </a:cubicBezTo>
                <a:cubicBezTo>
                  <a:pt x="237744" y="249942"/>
                  <a:pt x="235839" y="252059"/>
                  <a:pt x="233172" y="252059"/>
                </a:cubicBezTo>
                <a:cubicBezTo>
                  <a:pt x="230505" y="252059"/>
                  <a:pt x="228600" y="249942"/>
                  <a:pt x="228600" y="247473"/>
                </a:cubicBezTo>
                <a:cubicBezTo>
                  <a:pt x="228600" y="245003"/>
                  <a:pt x="230505" y="242887"/>
                  <a:pt x="233172" y="242887"/>
                </a:cubicBezTo>
                <a:close/>
                <a:moveTo>
                  <a:pt x="270934" y="238125"/>
                </a:moveTo>
                <a:cubicBezTo>
                  <a:pt x="273403" y="238125"/>
                  <a:pt x="275520" y="239956"/>
                  <a:pt x="275520" y="242521"/>
                </a:cubicBezTo>
                <a:cubicBezTo>
                  <a:pt x="275872" y="244719"/>
                  <a:pt x="274109" y="247283"/>
                  <a:pt x="271639" y="247283"/>
                </a:cubicBezTo>
                <a:lnTo>
                  <a:pt x="271286" y="247283"/>
                </a:lnTo>
                <a:cubicBezTo>
                  <a:pt x="269169" y="247283"/>
                  <a:pt x="267053" y="245818"/>
                  <a:pt x="267053" y="242887"/>
                </a:cubicBezTo>
                <a:cubicBezTo>
                  <a:pt x="266700" y="240689"/>
                  <a:pt x="268464" y="238491"/>
                  <a:pt x="270934" y="238125"/>
                </a:cubicBezTo>
                <a:close/>
                <a:moveTo>
                  <a:pt x="197380" y="238125"/>
                </a:moveTo>
                <a:cubicBezTo>
                  <a:pt x="199496" y="238491"/>
                  <a:pt x="201260" y="240689"/>
                  <a:pt x="201260" y="242887"/>
                </a:cubicBezTo>
                <a:cubicBezTo>
                  <a:pt x="200907" y="245818"/>
                  <a:pt x="199143" y="247283"/>
                  <a:pt x="197027" y="247283"/>
                </a:cubicBezTo>
                <a:lnTo>
                  <a:pt x="196321" y="247283"/>
                </a:lnTo>
                <a:cubicBezTo>
                  <a:pt x="193852" y="247283"/>
                  <a:pt x="192088" y="244719"/>
                  <a:pt x="192441" y="242521"/>
                </a:cubicBezTo>
                <a:cubicBezTo>
                  <a:pt x="192793" y="239956"/>
                  <a:pt x="194910" y="238125"/>
                  <a:pt x="197380" y="238125"/>
                </a:cubicBezTo>
                <a:close/>
                <a:moveTo>
                  <a:pt x="233172" y="220662"/>
                </a:moveTo>
                <a:cubicBezTo>
                  <a:pt x="235839" y="220662"/>
                  <a:pt x="237744" y="222778"/>
                  <a:pt x="237744" y="225248"/>
                </a:cubicBezTo>
                <a:cubicBezTo>
                  <a:pt x="237744" y="227717"/>
                  <a:pt x="235839" y="229834"/>
                  <a:pt x="233172" y="229834"/>
                </a:cubicBezTo>
                <a:cubicBezTo>
                  <a:pt x="230505" y="229834"/>
                  <a:pt x="228600" y="227717"/>
                  <a:pt x="228600" y="225248"/>
                </a:cubicBezTo>
                <a:cubicBezTo>
                  <a:pt x="228600" y="222778"/>
                  <a:pt x="230505" y="220662"/>
                  <a:pt x="233172" y="220662"/>
                </a:cubicBezTo>
                <a:close/>
                <a:moveTo>
                  <a:pt x="267758" y="217487"/>
                </a:moveTo>
                <a:cubicBezTo>
                  <a:pt x="270228" y="217487"/>
                  <a:pt x="272345" y="219318"/>
                  <a:pt x="272697" y="221883"/>
                </a:cubicBezTo>
                <a:cubicBezTo>
                  <a:pt x="272697" y="224447"/>
                  <a:pt x="270934" y="226645"/>
                  <a:pt x="268464" y="226645"/>
                </a:cubicBezTo>
                <a:lnTo>
                  <a:pt x="268111" y="226645"/>
                </a:lnTo>
                <a:cubicBezTo>
                  <a:pt x="265994" y="226645"/>
                  <a:pt x="263878" y="224814"/>
                  <a:pt x="263525" y="222616"/>
                </a:cubicBezTo>
                <a:cubicBezTo>
                  <a:pt x="263525" y="220051"/>
                  <a:pt x="265289" y="217853"/>
                  <a:pt x="267758" y="217487"/>
                </a:cubicBezTo>
                <a:close/>
                <a:moveTo>
                  <a:pt x="198437" y="217487"/>
                </a:moveTo>
                <a:cubicBezTo>
                  <a:pt x="200819" y="217853"/>
                  <a:pt x="202860" y="220051"/>
                  <a:pt x="202520" y="222616"/>
                </a:cubicBezTo>
                <a:cubicBezTo>
                  <a:pt x="202520" y="224814"/>
                  <a:pt x="200478" y="226645"/>
                  <a:pt x="198097" y="226645"/>
                </a:cubicBezTo>
                <a:lnTo>
                  <a:pt x="197757" y="226645"/>
                </a:lnTo>
                <a:cubicBezTo>
                  <a:pt x="195716" y="226645"/>
                  <a:pt x="193675" y="224447"/>
                  <a:pt x="194015" y="221883"/>
                </a:cubicBezTo>
                <a:cubicBezTo>
                  <a:pt x="194015" y="219318"/>
                  <a:pt x="196396" y="217487"/>
                  <a:pt x="198437" y="217487"/>
                </a:cubicBezTo>
                <a:close/>
                <a:moveTo>
                  <a:pt x="233172" y="198437"/>
                </a:moveTo>
                <a:cubicBezTo>
                  <a:pt x="235839" y="198437"/>
                  <a:pt x="237744" y="200268"/>
                  <a:pt x="237744" y="202833"/>
                </a:cubicBezTo>
                <a:cubicBezTo>
                  <a:pt x="237744" y="205397"/>
                  <a:pt x="235839" y="207595"/>
                  <a:pt x="233172" y="207595"/>
                </a:cubicBezTo>
                <a:cubicBezTo>
                  <a:pt x="230505" y="207595"/>
                  <a:pt x="228600" y="205397"/>
                  <a:pt x="228600" y="202833"/>
                </a:cubicBezTo>
                <a:cubicBezTo>
                  <a:pt x="228600" y="200268"/>
                  <a:pt x="230505" y="198437"/>
                  <a:pt x="233172" y="198437"/>
                </a:cubicBezTo>
                <a:close/>
                <a:moveTo>
                  <a:pt x="266171" y="197203"/>
                </a:moveTo>
                <a:cubicBezTo>
                  <a:pt x="268641" y="196850"/>
                  <a:pt x="270758" y="198614"/>
                  <a:pt x="270758" y="201083"/>
                </a:cubicBezTo>
                <a:cubicBezTo>
                  <a:pt x="271110" y="203553"/>
                  <a:pt x="269346" y="205669"/>
                  <a:pt x="266877" y="206022"/>
                </a:cubicBezTo>
                <a:cubicBezTo>
                  <a:pt x="266877" y="206022"/>
                  <a:pt x="266877" y="206022"/>
                  <a:pt x="266524" y="206022"/>
                </a:cubicBezTo>
                <a:cubicBezTo>
                  <a:pt x="264407" y="206022"/>
                  <a:pt x="262291" y="204258"/>
                  <a:pt x="262291" y="201789"/>
                </a:cubicBezTo>
                <a:cubicBezTo>
                  <a:pt x="261938" y="199672"/>
                  <a:pt x="263702" y="197203"/>
                  <a:pt x="266171" y="197203"/>
                </a:cubicBezTo>
                <a:close/>
                <a:moveTo>
                  <a:pt x="200392" y="197203"/>
                </a:moveTo>
                <a:cubicBezTo>
                  <a:pt x="202956" y="197203"/>
                  <a:pt x="204422" y="199672"/>
                  <a:pt x="204422" y="201789"/>
                </a:cubicBezTo>
                <a:cubicBezTo>
                  <a:pt x="204055" y="204258"/>
                  <a:pt x="202223" y="206022"/>
                  <a:pt x="200025" y="206022"/>
                </a:cubicBezTo>
                <a:cubicBezTo>
                  <a:pt x="199659" y="206022"/>
                  <a:pt x="199659" y="206022"/>
                  <a:pt x="199293" y="206022"/>
                </a:cubicBezTo>
                <a:cubicBezTo>
                  <a:pt x="196728" y="205669"/>
                  <a:pt x="195263" y="203553"/>
                  <a:pt x="195263" y="201083"/>
                </a:cubicBezTo>
                <a:cubicBezTo>
                  <a:pt x="195629" y="198614"/>
                  <a:pt x="197461" y="196850"/>
                  <a:pt x="200392" y="197203"/>
                </a:cubicBezTo>
                <a:close/>
                <a:moveTo>
                  <a:pt x="71729" y="132310"/>
                </a:moveTo>
                <a:cubicBezTo>
                  <a:pt x="67403" y="132310"/>
                  <a:pt x="63799" y="135896"/>
                  <a:pt x="63799" y="140199"/>
                </a:cubicBezTo>
                <a:cubicBezTo>
                  <a:pt x="63799" y="144143"/>
                  <a:pt x="67043" y="147370"/>
                  <a:pt x="71008" y="147729"/>
                </a:cubicBezTo>
                <a:lnTo>
                  <a:pt x="180584" y="159561"/>
                </a:lnTo>
                <a:cubicBezTo>
                  <a:pt x="183107" y="153107"/>
                  <a:pt x="187072" y="147012"/>
                  <a:pt x="192118" y="141633"/>
                </a:cubicBezTo>
                <a:cubicBezTo>
                  <a:pt x="193920" y="139840"/>
                  <a:pt x="196804" y="139482"/>
                  <a:pt x="198606" y="141275"/>
                </a:cubicBezTo>
                <a:cubicBezTo>
                  <a:pt x="200408" y="143067"/>
                  <a:pt x="200408" y="145936"/>
                  <a:pt x="198606" y="147729"/>
                </a:cubicBezTo>
                <a:cubicBezTo>
                  <a:pt x="191037" y="155617"/>
                  <a:pt x="186711" y="165657"/>
                  <a:pt x="185630" y="176414"/>
                </a:cubicBezTo>
                <a:lnTo>
                  <a:pt x="282951" y="176414"/>
                </a:lnTo>
                <a:cubicBezTo>
                  <a:pt x="280788" y="151673"/>
                  <a:pt x="259882" y="132310"/>
                  <a:pt x="234290" y="132310"/>
                </a:cubicBezTo>
                <a:lnTo>
                  <a:pt x="71729" y="132310"/>
                </a:lnTo>
                <a:close/>
                <a:moveTo>
                  <a:pt x="121470" y="0"/>
                </a:moveTo>
                <a:lnTo>
                  <a:pt x="257719" y="0"/>
                </a:lnTo>
                <a:cubicBezTo>
                  <a:pt x="276823" y="0"/>
                  <a:pt x="292323" y="15060"/>
                  <a:pt x="292323" y="34063"/>
                </a:cubicBezTo>
                <a:cubicBezTo>
                  <a:pt x="292323" y="52709"/>
                  <a:pt x="276823" y="68127"/>
                  <a:pt x="257719" y="68127"/>
                </a:cubicBezTo>
                <a:lnTo>
                  <a:pt x="42893" y="68127"/>
                </a:lnTo>
                <a:cubicBezTo>
                  <a:pt x="24150" y="68127"/>
                  <a:pt x="9011" y="83187"/>
                  <a:pt x="9011" y="101832"/>
                </a:cubicBezTo>
                <a:cubicBezTo>
                  <a:pt x="9011" y="120119"/>
                  <a:pt x="24150" y="135538"/>
                  <a:pt x="42893" y="135538"/>
                </a:cubicBezTo>
                <a:lnTo>
                  <a:pt x="55869" y="135538"/>
                </a:lnTo>
                <a:cubicBezTo>
                  <a:pt x="58032" y="128366"/>
                  <a:pt x="64159" y="123346"/>
                  <a:pt x="71729" y="123346"/>
                </a:cubicBezTo>
                <a:lnTo>
                  <a:pt x="234290" y="123346"/>
                </a:lnTo>
                <a:cubicBezTo>
                  <a:pt x="264568" y="123346"/>
                  <a:pt x="289439" y="146653"/>
                  <a:pt x="291962" y="176414"/>
                </a:cubicBezTo>
                <a:lnTo>
                  <a:pt x="293764" y="176414"/>
                </a:lnTo>
                <a:cubicBezTo>
                  <a:pt x="296288" y="176414"/>
                  <a:pt x="298090" y="178565"/>
                  <a:pt x="298090" y="180717"/>
                </a:cubicBezTo>
                <a:cubicBezTo>
                  <a:pt x="298090" y="183585"/>
                  <a:pt x="296288" y="185378"/>
                  <a:pt x="293764" y="185378"/>
                </a:cubicBezTo>
                <a:lnTo>
                  <a:pt x="287637" y="185378"/>
                </a:lnTo>
                <a:lnTo>
                  <a:pt x="180944" y="185378"/>
                </a:lnTo>
                <a:lnTo>
                  <a:pt x="175177" y="185378"/>
                </a:lnTo>
                <a:cubicBezTo>
                  <a:pt x="172654" y="185378"/>
                  <a:pt x="170491" y="183585"/>
                  <a:pt x="170491" y="180717"/>
                </a:cubicBezTo>
                <a:cubicBezTo>
                  <a:pt x="170491" y="178565"/>
                  <a:pt x="172654" y="176414"/>
                  <a:pt x="175177" y="176414"/>
                </a:cubicBezTo>
                <a:lnTo>
                  <a:pt x="176619" y="176414"/>
                </a:lnTo>
                <a:cubicBezTo>
                  <a:pt x="176979" y="173546"/>
                  <a:pt x="177340" y="171036"/>
                  <a:pt x="178061" y="168526"/>
                </a:cubicBezTo>
                <a:lnTo>
                  <a:pt x="70287" y="157052"/>
                </a:lnTo>
                <a:cubicBezTo>
                  <a:pt x="63078" y="155976"/>
                  <a:pt x="57311" y="150956"/>
                  <a:pt x="55869" y="144502"/>
                </a:cubicBezTo>
                <a:lnTo>
                  <a:pt x="42893" y="144502"/>
                </a:lnTo>
                <a:cubicBezTo>
                  <a:pt x="19104" y="144502"/>
                  <a:pt x="0" y="125498"/>
                  <a:pt x="0" y="101832"/>
                </a:cubicBezTo>
                <a:cubicBezTo>
                  <a:pt x="0" y="78167"/>
                  <a:pt x="19104" y="59163"/>
                  <a:pt x="42893" y="59163"/>
                </a:cubicBezTo>
                <a:lnTo>
                  <a:pt x="257719" y="59163"/>
                </a:lnTo>
                <a:cubicBezTo>
                  <a:pt x="271777" y="59163"/>
                  <a:pt x="282951" y="47689"/>
                  <a:pt x="282951" y="34063"/>
                </a:cubicBezTo>
                <a:cubicBezTo>
                  <a:pt x="282951" y="20079"/>
                  <a:pt x="271777" y="8964"/>
                  <a:pt x="257719" y="8964"/>
                </a:cubicBezTo>
                <a:lnTo>
                  <a:pt x="121470" y="8964"/>
                </a:lnTo>
                <a:cubicBezTo>
                  <a:pt x="118947" y="8964"/>
                  <a:pt x="116785" y="6812"/>
                  <a:pt x="116785" y="4661"/>
                </a:cubicBezTo>
                <a:cubicBezTo>
                  <a:pt x="116785" y="1793"/>
                  <a:pt x="118947" y="0"/>
                  <a:pt x="1214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0" name="Freeform 731">
            <a:extLst>
              <a:ext uri="{FF2B5EF4-FFF2-40B4-BE49-F238E27FC236}">
                <a16:creationId xmlns:a16="http://schemas.microsoft.com/office/drawing/2014/main" id="{50CDC9FD-F22E-9B47-AEA2-73F857148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626" y="5667677"/>
            <a:ext cx="308025" cy="323427"/>
          </a:xfrm>
          <a:custGeom>
            <a:avLst/>
            <a:gdLst/>
            <a:ahLst/>
            <a:cxnLst/>
            <a:rect l="0" t="0" r="r" b="b"/>
            <a:pathLst>
              <a:path w="284882" h="299678">
                <a:moveTo>
                  <a:pt x="261064" y="203200"/>
                </a:moveTo>
                <a:cubicBezTo>
                  <a:pt x="263629" y="203200"/>
                  <a:pt x="265827" y="205032"/>
                  <a:pt x="265827" y="207596"/>
                </a:cubicBezTo>
                <a:cubicBezTo>
                  <a:pt x="265827" y="210161"/>
                  <a:pt x="263629" y="212359"/>
                  <a:pt x="261064" y="212359"/>
                </a:cubicBezTo>
                <a:cubicBezTo>
                  <a:pt x="258500" y="212359"/>
                  <a:pt x="256668" y="210161"/>
                  <a:pt x="256668" y="207596"/>
                </a:cubicBezTo>
                <a:cubicBezTo>
                  <a:pt x="256668" y="205032"/>
                  <a:pt x="258500" y="203200"/>
                  <a:pt x="261064" y="203200"/>
                </a:cubicBezTo>
                <a:close/>
                <a:moveTo>
                  <a:pt x="39499" y="80817"/>
                </a:moveTo>
                <a:cubicBezTo>
                  <a:pt x="41662" y="79375"/>
                  <a:pt x="44545" y="80096"/>
                  <a:pt x="45626" y="82259"/>
                </a:cubicBezTo>
                <a:cubicBezTo>
                  <a:pt x="47068" y="84423"/>
                  <a:pt x="45987" y="87307"/>
                  <a:pt x="44185" y="88389"/>
                </a:cubicBezTo>
                <a:lnTo>
                  <a:pt x="13549" y="106056"/>
                </a:lnTo>
                <a:cubicBezTo>
                  <a:pt x="11387" y="107138"/>
                  <a:pt x="9945" y="109301"/>
                  <a:pt x="9224" y="111465"/>
                </a:cubicBezTo>
                <a:cubicBezTo>
                  <a:pt x="8503" y="113989"/>
                  <a:pt x="9224" y="116512"/>
                  <a:pt x="10305" y="118315"/>
                </a:cubicBezTo>
                <a:lnTo>
                  <a:pt x="107258" y="285976"/>
                </a:lnTo>
                <a:cubicBezTo>
                  <a:pt x="109781" y="290303"/>
                  <a:pt x="115187" y="292106"/>
                  <a:pt x="119512" y="289582"/>
                </a:cubicBezTo>
                <a:lnTo>
                  <a:pt x="199886" y="243070"/>
                </a:lnTo>
                <a:cubicBezTo>
                  <a:pt x="202048" y="241988"/>
                  <a:pt x="204571" y="242349"/>
                  <a:pt x="206013" y="244512"/>
                </a:cubicBezTo>
                <a:cubicBezTo>
                  <a:pt x="207094" y="246675"/>
                  <a:pt x="206373" y="249560"/>
                  <a:pt x="204571" y="251002"/>
                </a:cubicBezTo>
                <a:lnTo>
                  <a:pt x="123837" y="297154"/>
                </a:lnTo>
                <a:cubicBezTo>
                  <a:pt x="120954" y="298957"/>
                  <a:pt x="118071" y="299678"/>
                  <a:pt x="114827" y="299678"/>
                </a:cubicBezTo>
                <a:cubicBezTo>
                  <a:pt x="113385" y="299678"/>
                  <a:pt x="111583" y="299317"/>
                  <a:pt x="110142" y="298957"/>
                </a:cubicBezTo>
                <a:cubicBezTo>
                  <a:pt x="105456" y="297875"/>
                  <a:pt x="101491" y="294630"/>
                  <a:pt x="99329" y="290664"/>
                </a:cubicBezTo>
                <a:lnTo>
                  <a:pt x="2376" y="123003"/>
                </a:lnTo>
                <a:cubicBezTo>
                  <a:pt x="-147" y="118676"/>
                  <a:pt x="-507" y="113989"/>
                  <a:pt x="574" y="109301"/>
                </a:cubicBezTo>
                <a:cubicBezTo>
                  <a:pt x="2016" y="104614"/>
                  <a:pt x="4899" y="100648"/>
                  <a:pt x="9224" y="98124"/>
                </a:cubicBezTo>
                <a:lnTo>
                  <a:pt x="39499" y="80817"/>
                </a:lnTo>
                <a:close/>
                <a:moveTo>
                  <a:pt x="197930" y="67536"/>
                </a:moveTo>
                <a:cubicBezTo>
                  <a:pt x="188279" y="73625"/>
                  <a:pt x="153248" y="98696"/>
                  <a:pt x="153248" y="123409"/>
                </a:cubicBezTo>
                <a:cubicBezTo>
                  <a:pt x="153248" y="135586"/>
                  <a:pt x="162900" y="145614"/>
                  <a:pt x="175053" y="145614"/>
                </a:cubicBezTo>
                <a:cubicBezTo>
                  <a:pt x="182917" y="145614"/>
                  <a:pt x="190066" y="141316"/>
                  <a:pt x="193998" y="134869"/>
                </a:cubicBezTo>
                <a:cubicBezTo>
                  <a:pt x="194713" y="133079"/>
                  <a:pt x="196500" y="132362"/>
                  <a:pt x="197930" y="132362"/>
                </a:cubicBezTo>
                <a:cubicBezTo>
                  <a:pt x="199360" y="132362"/>
                  <a:pt x="201147" y="133079"/>
                  <a:pt x="201862" y="134869"/>
                </a:cubicBezTo>
                <a:cubicBezTo>
                  <a:pt x="205794" y="141316"/>
                  <a:pt x="212943" y="145614"/>
                  <a:pt x="220807" y="145614"/>
                </a:cubicBezTo>
                <a:cubicBezTo>
                  <a:pt x="232960" y="145614"/>
                  <a:pt x="242611" y="135586"/>
                  <a:pt x="242611" y="123409"/>
                </a:cubicBezTo>
                <a:cubicBezTo>
                  <a:pt x="242611" y="98696"/>
                  <a:pt x="207581" y="73625"/>
                  <a:pt x="197930" y="67536"/>
                </a:cubicBezTo>
                <a:close/>
                <a:moveTo>
                  <a:pt x="195428" y="58224"/>
                </a:moveTo>
                <a:cubicBezTo>
                  <a:pt x="196857" y="57150"/>
                  <a:pt x="198645" y="57150"/>
                  <a:pt x="200074" y="58224"/>
                </a:cubicBezTo>
                <a:cubicBezTo>
                  <a:pt x="202219" y="59299"/>
                  <a:pt x="251547" y="90100"/>
                  <a:pt x="251547" y="123409"/>
                </a:cubicBezTo>
                <a:cubicBezTo>
                  <a:pt x="251547" y="140600"/>
                  <a:pt x="237607" y="154568"/>
                  <a:pt x="220807" y="154568"/>
                </a:cubicBezTo>
                <a:cubicBezTo>
                  <a:pt x="214015" y="154568"/>
                  <a:pt x="207581" y="152419"/>
                  <a:pt x="202219" y="148479"/>
                </a:cubicBezTo>
                <a:lnTo>
                  <a:pt x="202219" y="165313"/>
                </a:lnTo>
                <a:lnTo>
                  <a:pt x="205436" y="165313"/>
                </a:lnTo>
                <a:cubicBezTo>
                  <a:pt x="207938" y="165313"/>
                  <a:pt x="210083" y="167462"/>
                  <a:pt x="210083" y="169969"/>
                </a:cubicBezTo>
                <a:cubicBezTo>
                  <a:pt x="210083" y="172476"/>
                  <a:pt x="207938" y="174267"/>
                  <a:pt x="205436" y="174267"/>
                </a:cubicBezTo>
                <a:lnTo>
                  <a:pt x="190423" y="174267"/>
                </a:lnTo>
                <a:cubicBezTo>
                  <a:pt x="187564" y="174267"/>
                  <a:pt x="185776" y="172476"/>
                  <a:pt x="185776" y="169969"/>
                </a:cubicBezTo>
                <a:cubicBezTo>
                  <a:pt x="185776" y="167462"/>
                  <a:pt x="187564" y="165313"/>
                  <a:pt x="190423" y="165313"/>
                </a:cubicBezTo>
                <a:lnTo>
                  <a:pt x="193283" y="165313"/>
                </a:lnTo>
                <a:lnTo>
                  <a:pt x="193283" y="148479"/>
                </a:lnTo>
                <a:cubicBezTo>
                  <a:pt x="188279" y="152419"/>
                  <a:pt x="181487" y="154568"/>
                  <a:pt x="175053" y="154568"/>
                </a:cubicBezTo>
                <a:cubicBezTo>
                  <a:pt x="157895" y="154568"/>
                  <a:pt x="143955" y="140600"/>
                  <a:pt x="143955" y="123409"/>
                </a:cubicBezTo>
                <a:cubicBezTo>
                  <a:pt x="143955" y="90100"/>
                  <a:pt x="193283" y="59299"/>
                  <a:pt x="195428" y="58224"/>
                </a:cubicBezTo>
                <a:close/>
                <a:moveTo>
                  <a:pt x="95743" y="32470"/>
                </a:moveTo>
                <a:cubicBezTo>
                  <a:pt x="97890" y="31750"/>
                  <a:pt x="100395" y="33549"/>
                  <a:pt x="101111" y="35709"/>
                </a:cubicBezTo>
                <a:cubicBezTo>
                  <a:pt x="101469" y="38228"/>
                  <a:pt x="100037" y="40747"/>
                  <a:pt x="97890" y="41107"/>
                </a:cubicBezTo>
                <a:lnTo>
                  <a:pt x="66397" y="49745"/>
                </a:lnTo>
                <a:cubicBezTo>
                  <a:pt x="63892" y="50105"/>
                  <a:pt x="62103" y="51904"/>
                  <a:pt x="61029" y="53704"/>
                </a:cubicBezTo>
                <a:cubicBezTo>
                  <a:pt x="59955" y="55863"/>
                  <a:pt x="59598" y="58382"/>
                  <a:pt x="59955" y="60902"/>
                </a:cubicBezTo>
                <a:lnTo>
                  <a:pt x="109700" y="247330"/>
                </a:lnTo>
                <a:cubicBezTo>
                  <a:pt x="111132" y="252368"/>
                  <a:pt x="115784" y="255248"/>
                  <a:pt x="120794" y="253808"/>
                </a:cubicBezTo>
                <a:lnTo>
                  <a:pt x="167676" y="241571"/>
                </a:lnTo>
                <a:cubicBezTo>
                  <a:pt x="169823" y="240852"/>
                  <a:pt x="172328" y="241931"/>
                  <a:pt x="173044" y="244451"/>
                </a:cubicBezTo>
                <a:cubicBezTo>
                  <a:pt x="173760" y="246970"/>
                  <a:pt x="172328" y="249489"/>
                  <a:pt x="169823" y="249849"/>
                </a:cubicBezTo>
                <a:lnTo>
                  <a:pt x="122942" y="262446"/>
                </a:lnTo>
                <a:cubicBezTo>
                  <a:pt x="121510" y="262805"/>
                  <a:pt x="120079" y="263165"/>
                  <a:pt x="118647" y="263165"/>
                </a:cubicBezTo>
                <a:cubicBezTo>
                  <a:pt x="110416" y="263165"/>
                  <a:pt x="103258" y="257767"/>
                  <a:pt x="101111" y="249849"/>
                </a:cubicBezTo>
                <a:lnTo>
                  <a:pt x="51366" y="63061"/>
                </a:lnTo>
                <a:cubicBezTo>
                  <a:pt x="50293" y="58382"/>
                  <a:pt x="50651" y="53704"/>
                  <a:pt x="53156" y="49385"/>
                </a:cubicBezTo>
                <a:cubicBezTo>
                  <a:pt x="55661" y="45066"/>
                  <a:pt x="59598" y="42187"/>
                  <a:pt x="63892" y="41107"/>
                </a:cubicBezTo>
                <a:lnTo>
                  <a:pt x="95743" y="32470"/>
                </a:lnTo>
                <a:close/>
                <a:moveTo>
                  <a:pt x="135651" y="19050"/>
                </a:moveTo>
                <a:cubicBezTo>
                  <a:pt x="138215" y="19050"/>
                  <a:pt x="140413" y="20881"/>
                  <a:pt x="140413" y="23446"/>
                </a:cubicBezTo>
                <a:cubicBezTo>
                  <a:pt x="140413" y="26010"/>
                  <a:pt x="138215" y="28208"/>
                  <a:pt x="135651" y="28208"/>
                </a:cubicBezTo>
                <a:cubicBezTo>
                  <a:pt x="133453" y="28208"/>
                  <a:pt x="131255" y="26010"/>
                  <a:pt x="131255" y="23446"/>
                </a:cubicBezTo>
                <a:cubicBezTo>
                  <a:pt x="131255" y="20881"/>
                  <a:pt x="133453" y="19050"/>
                  <a:pt x="135651" y="19050"/>
                </a:cubicBezTo>
                <a:close/>
                <a:moveTo>
                  <a:pt x="131840" y="9006"/>
                </a:moveTo>
                <a:cubicBezTo>
                  <a:pt x="126787" y="9006"/>
                  <a:pt x="122816" y="13328"/>
                  <a:pt x="122816" y="18372"/>
                </a:cubicBezTo>
                <a:lnTo>
                  <a:pt x="122816" y="211816"/>
                </a:lnTo>
                <a:cubicBezTo>
                  <a:pt x="122816" y="216860"/>
                  <a:pt x="126787" y="220822"/>
                  <a:pt x="131840" y="220822"/>
                </a:cubicBezTo>
                <a:lnTo>
                  <a:pt x="266835" y="220822"/>
                </a:lnTo>
                <a:cubicBezTo>
                  <a:pt x="271888" y="220822"/>
                  <a:pt x="275859" y="216860"/>
                  <a:pt x="275859" y="211816"/>
                </a:cubicBezTo>
                <a:lnTo>
                  <a:pt x="275859" y="18372"/>
                </a:lnTo>
                <a:cubicBezTo>
                  <a:pt x="275859" y="13328"/>
                  <a:pt x="271888" y="9006"/>
                  <a:pt x="266835" y="9006"/>
                </a:cubicBezTo>
                <a:lnTo>
                  <a:pt x="131840" y="9006"/>
                </a:lnTo>
                <a:close/>
                <a:moveTo>
                  <a:pt x="131840" y="0"/>
                </a:moveTo>
                <a:lnTo>
                  <a:pt x="266835" y="0"/>
                </a:lnTo>
                <a:cubicBezTo>
                  <a:pt x="276941" y="0"/>
                  <a:pt x="284882" y="8285"/>
                  <a:pt x="284882" y="18372"/>
                </a:cubicBezTo>
                <a:lnTo>
                  <a:pt x="284882" y="211816"/>
                </a:lnTo>
                <a:cubicBezTo>
                  <a:pt x="284882" y="221543"/>
                  <a:pt x="276941" y="229828"/>
                  <a:pt x="266835" y="229828"/>
                </a:cubicBezTo>
                <a:lnTo>
                  <a:pt x="131840" y="229828"/>
                </a:lnTo>
                <a:cubicBezTo>
                  <a:pt x="121734" y="229828"/>
                  <a:pt x="113793" y="221543"/>
                  <a:pt x="113793" y="211816"/>
                </a:cubicBezTo>
                <a:lnTo>
                  <a:pt x="113793" y="18372"/>
                </a:lnTo>
                <a:cubicBezTo>
                  <a:pt x="113793" y="8285"/>
                  <a:pt x="121734" y="0"/>
                  <a:pt x="1318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1" name="Freeform 735">
            <a:extLst>
              <a:ext uri="{FF2B5EF4-FFF2-40B4-BE49-F238E27FC236}">
                <a16:creationId xmlns:a16="http://schemas.microsoft.com/office/drawing/2014/main" id="{BE3C304B-3D48-E842-92AF-B0E15D2A5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331" y="2461239"/>
            <a:ext cx="280646" cy="321716"/>
          </a:xfrm>
          <a:custGeom>
            <a:avLst/>
            <a:gdLst/>
            <a:ahLst/>
            <a:cxnLst/>
            <a:rect l="0" t="0" r="r" b="b"/>
            <a:pathLst>
              <a:path w="259989" h="297474">
                <a:moveTo>
                  <a:pt x="131617" y="219900"/>
                </a:moveTo>
                <a:cubicBezTo>
                  <a:pt x="129093" y="229597"/>
                  <a:pt x="125127" y="236061"/>
                  <a:pt x="115751" y="242167"/>
                </a:cubicBezTo>
                <a:cubicBezTo>
                  <a:pt x="111785" y="244681"/>
                  <a:pt x="109621" y="249709"/>
                  <a:pt x="111063" y="254737"/>
                </a:cubicBezTo>
                <a:cubicBezTo>
                  <a:pt x="112506" y="259764"/>
                  <a:pt x="117915" y="263356"/>
                  <a:pt x="125487" y="264433"/>
                </a:cubicBezTo>
                <a:lnTo>
                  <a:pt x="125487" y="253659"/>
                </a:lnTo>
                <a:cubicBezTo>
                  <a:pt x="125487" y="251504"/>
                  <a:pt x="127651" y="248990"/>
                  <a:pt x="130175" y="248990"/>
                </a:cubicBezTo>
                <a:cubicBezTo>
                  <a:pt x="132699" y="248990"/>
                  <a:pt x="134502" y="251504"/>
                  <a:pt x="134502" y="253659"/>
                </a:cubicBezTo>
                <a:lnTo>
                  <a:pt x="134502" y="265152"/>
                </a:lnTo>
                <a:cubicBezTo>
                  <a:pt x="140272" y="264433"/>
                  <a:pt x="144238" y="262997"/>
                  <a:pt x="146762" y="260124"/>
                </a:cubicBezTo>
                <a:cubicBezTo>
                  <a:pt x="150008" y="256173"/>
                  <a:pt x="149647" y="251145"/>
                  <a:pt x="148926" y="247195"/>
                </a:cubicBezTo>
                <a:cubicBezTo>
                  <a:pt x="147484" y="237498"/>
                  <a:pt x="138108" y="226724"/>
                  <a:pt x="131617" y="219900"/>
                </a:cubicBezTo>
                <a:close/>
                <a:moveTo>
                  <a:pt x="130175" y="186500"/>
                </a:moveTo>
                <a:cubicBezTo>
                  <a:pt x="88706" y="186500"/>
                  <a:pt x="54810" y="219900"/>
                  <a:pt x="54810" y="261201"/>
                </a:cubicBezTo>
                <a:cubicBezTo>
                  <a:pt x="54810" y="270539"/>
                  <a:pt x="56613" y="279876"/>
                  <a:pt x="59859" y="288496"/>
                </a:cubicBezTo>
                <a:lnTo>
                  <a:pt x="125487" y="288496"/>
                </a:lnTo>
                <a:lnTo>
                  <a:pt x="125487" y="273771"/>
                </a:lnTo>
                <a:cubicBezTo>
                  <a:pt x="113588" y="272334"/>
                  <a:pt x="104933" y="266229"/>
                  <a:pt x="102409" y="256891"/>
                </a:cubicBezTo>
                <a:cubicBezTo>
                  <a:pt x="99885" y="248631"/>
                  <a:pt x="103491" y="239294"/>
                  <a:pt x="110703" y="234625"/>
                </a:cubicBezTo>
                <a:cubicBezTo>
                  <a:pt x="119357" y="229238"/>
                  <a:pt x="121881" y="224210"/>
                  <a:pt x="124045" y="210562"/>
                </a:cubicBezTo>
                <a:cubicBezTo>
                  <a:pt x="124045" y="208767"/>
                  <a:pt x="125127" y="207689"/>
                  <a:pt x="126569" y="206971"/>
                </a:cubicBezTo>
                <a:cubicBezTo>
                  <a:pt x="128011" y="206253"/>
                  <a:pt x="129814" y="206971"/>
                  <a:pt x="131257" y="207689"/>
                </a:cubicBezTo>
                <a:cubicBezTo>
                  <a:pt x="132339" y="208408"/>
                  <a:pt x="155056" y="226724"/>
                  <a:pt x="157941" y="245758"/>
                </a:cubicBezTo>
                <a:cubicBezTo>
                  <a:pt x="159383" y="254018"/>
                  <a:pt x="157941" y="260842"/>
                  <a:pt x="153614" y="265870"/>
                </a:cubicBezTo>
                <a:cubicBezTo>
                  <a:pt x="149286" y="270539"/>
                  <a:pt x="143156" y="273412"/>
                  <a:pt x="134502" y="274130"/>
                </a:cubicBezTo>
                <a:lnTo>
                  <a:pt x="134502" y="288496"/>
                </a:lnTo>
                <a:lnTo>
                  <a:pt x="199770" y="288496"/>
                </a:lnTo>
                <a:cubicBezTo>
                  <a:pt x="203376" y="279876"/>
                  <a:pt x="205179" y="270539"/>
                  <a:pt x="205179" y="261201"/>
                </a:cubicBezTo>
                <a:cubicBezTo>
                  <a:pt x="205179" y="219900"/>
                  <a:pt x="171283" y="186500"/>
                  <a:pt x="130175" y="186500"/>
                </a:cubicBezTo>
                <a:close/>
                <a:moveTo>
                  <a:pt x="74643" y="135861"/>
                </a:moveTo>
                <a:cubicBezTo>
                  <a:pt x="35699" y="155614"/>
                  <a:pt x="9015" y="196197"/>
                  <a:pt x="9015" y="242885"/>
                </a:cubicBezTo>
                <a:cubicBezTo>
                  <a:pt x="9015" y="258687"/>
                  <a:pt x="12260" y="274130"/>
                  <a:pt x="18390" y="288496"/>
                </a:cubicBezTo>
                <a:lnTo>
                  <a:pt x="50483" y="288496"/>
                </a:lnTo>
                <a:cubicBezTo>
                  <a:pt x="47599" y="279876"/>
                  <a:pt x="45796" y="270539"/>
                  <a:pt x="45796" y="261201"/>
                </a:cubicBezTo>
                <a:cubicBezTo>
                  <a:pt x="45796" y="214872"/>
                  <a:pt x="83658" y="177162"/>
                  <a:pt x="130175" y="177162"/>
                </a:cubicBezTo>
                <a:cubicBezTo>
                  <a:pt x="176331" y="177162"/>
                  <a:pt x="214194" y="214872"/>
                  <a:pt x="214194" y="261201"/>
                </a:cubicBezTo>
                <a:cubicBezTo>
                  <a:pt x="214194" y="270539"/>
                  <a:pt x="212751" y="279876"/>
                  <a:pt x="209506" y="288496"/>
                </a:cubicBezTo>
                <a:lnTo>
                  <a:pt x="241960" y="288496"/>
                </a:lnTo>
                <a:cubicBezTo>
                  <a:pt x="247729" y="274130"/>
                  <a:pt x="250975" y="258687"/>
                  <a:pt x="250975" y="242885"/>
                </a:cubicBezTo>
                <a:cubicBezTo>
                  <a:pt x="250975" y="196197"/>
                  <a:pt x="224291" y="155614"/>
                  <a:pt x="184986" y="135861"/>
                </a:cubicBezTo>
                <a:lnTo>
                  <a:pt x="74643" y="135861"/>
                </a:lnTo>
                <a:close/>
                <a:moveTo>
                  <a:pt x="58056" y="87737"/>
                </a:moveTo>
                <a:cubicBezTo>
                  <a:pt x="68152" y="94920"/>
                  <a:pt x="78610" y="107489"/>
                  <a:pt x="78249" y="126883"/>
                </a:cubicBezTo>
                <a:lnTo>
                  <a:pt x="181740" y="126883"/>
                </a:lnTo>
                <a:cubicBezTo>
                  <a:pt x="181380" y="107489"/>
                  <a:pt x="192198" y="94920"/>
                  <a:pt x="201934" y="87737"/>
                </a:cubicBezTo>
                <a:lnTo>
                  <a:pt x="58056" y="87737"/>
                </a:lnTo>
                <a:close/>
                <a:moveTo>
                  <a:pt x="40387" y="78758"/>
                </a:moveTo>
                <a:lnTo>
                  <a:pt x="219603" y="78758"/>
                </a:lnTo>
                <a:cubicBezTo>
                  <a:pt x="221766" y="78758"/>
                  <a:pt x="223569" y="80554"/>
                  <a:pt x="224291" y="82709"/>
                </a:cubicBezTo>
                <a:cubicBezTo>
                  <a:pt x="224291" y="84864"/>
                  <a:pt x="223209" y="87018"/>
                  <a:pt x="221045" y="87737"/>
                </a:cubicBezTo>
                <a:cubicBezTo>
                  <a:pt x="219603" y="88096"/>
                  <a:pt x="188952" y="98152"/>
                  <a:pt x="191116" y="128679"/>
                </a:cubicBezTo>
                <a:cubicBezTo>
                  <a:pt x="231863" y="150586"/>
                  <a:pt x="259989" y="193683"/>
                  <a:pt x="259989" y="242885"/>
                </a:cubicBezTo>
                <a:cubicBezTo>
                  <a:pt x="259989" y="260842"/>
                  <a:pt x="256384" y="278440"/>
                  <a:pt x="249172" y="294960"/>
                </a:cubicBezTo>
                <a:cubicBezTo>
                  <a:pt x="248090" y="296397"/>
                  <a:pt x="246647" y="297474"/>
                  <a:pt x="244844" y="297474"/>
                </a:cubicBezTo>
                <a:lnTo>
                  <a:pt x="203015" y="297474"/>
                </a:lnTo>
                <a:lnTo>
                  <a:pt x="56974" y="297474"/>
                </a:lnTo>
                <a:lnTo>
                  <a:pt x="15145" y="297474"/>
                </a:lnTo>
                <a:cubicBezTo>
                  <a:pt x="13342" y="297474"/>
                  <a:pt x="11539" y="296397"/>
                  <a:pt x="11178" y="294960"/>
                </a:cubicBezTo>
                <a:cubicBezTo>
                  <a:pt x="3966" y="278440"/>
                  <a:pt x="0" y="260842"/>
                  <a:pt x="0" y="242885"/>
                </a:cubicBezTo>
                <a:cubicBezTo>
                  <a:pt x="0" y="193683"/>
                  <a:pt x="28126" y="150586"/>
                  <a:pt x="68874" y="128679"/>
                </a:cubicBezTo>
                <a:cubicBezTo>
                  <a:pt x="71037" y="98152"/>
                  <a:pt x="40387" y="88096"/>
                  <a:pt x="38944" y="87737"/>
                </a:cubicBezTo>
                <a:cubicBezTo>
                  <a:pt x="36781" y="87018"/>
                  <a:pt x="35699" y="84864"/>
                  <a:pt x="36059" y="82709"/>
                </a:cubicBezTo>
                <a:cubicBezTo>
                  <a:pt x="36059" y="80554"/>
                  <a:pt x="38223" y="78758"/>
                  <a:pt x="40387" y="78758"/>
                </a:cubicBezTo>
                <a:close/>
                <a:moveTo>
                  <a:pt x="92409" y="16698"/>
                </a:moveTo>
                <a:cubicBezTo>
                  <a:pt x="94220" y="18497"/>
                  <a:pt x="94582" y="21375"/>
                  <a:pt x="92772" y="23175"/>
                </a:cubicBezTo>
                <a:cubicBezTo>
                  <a:pt x="89151" y="27493"/>
                  <a:pt x="89151" y="35049"/>
                  <a:pt x="92772" y="39367"/>
                </a:cubicBezTo>
                <a:cubicBezTo>
                  <a:pt x="99651" y="47283"/>
                  <a:pt x="99651" y="59518"/>
                  <a:pt x="92772" y="67074"/>
                </a:cubicBezTo>
                <a:cubicBezTo>
                  <a:pt x="92047" y="68154"/>
                  <a:pt x="90599" y="68873"/>
                  <a:pt x="89513" y="68873"/>
                </a:cubicBezTo>
                <a:cubicBezTo>
                  <a:pt x="88427" y="68873"/>
                  <a:pt x="87340" y="68514"/>
                  <a:pt x="86616" y="67794"/>
                </a:cubicBezTo>
                <a:cubicBezTo>
                  <a:pt x="84444" y="66355"/>
                  <a:pt x="84444" y="63476"/>
                  <a:pt x="85892" y="61317"/>
                </a:cubicBezTo>
                <a:cubicBezTo>
                  <a:pt x="89875" y="56999"/>
                  <a:pt x="89875" y="49802"/>
                  <a:pt x="85892" y="45124"/>
                </a:cubicBezTo>
                <a:cubicBezTo>
                  <a:pt x="79375" y="37568"/>
                  <a:pt x="79375" y="24974"/>
                  <a:pt x="85892" y="17417"/>
                </a:cubicBezTo>
                <a:cubicBezTo>
                  <a:pt x="87703" y="15618"/>
                  <a:pt x="90599" y="15258"/>
                  <a:pt x="92409" y="16698"/>
                </a:cubicBezTo>
                <a:close/>
                <a:moveTo>
                  <a:pt x="176547" y="8770"/>
                </a:moveTo>
                <a:cubicBezTo>
                  <a:pt x="178357" y="10581"/>
                  <a:pt x="178719" y="13117"/>
                  <a:pt x="176909" y="15291"/>
                </a:cubicBezTo>
                <a:cubicBezTo>
                  <a:pt x="173288" y="19638"/>
                  <a:pt x="173288" y="26883"/>
                  <a:pt x="176909" y="31592"/>
                </a:cubicBezTo>
                <a:cubicBezTo>
                  <a:pt x="183788" y="39561"/>
                  <a:pt x="183788" y="51878"/>
                  <a:pt x="176909" y="59485"/>
                </a:cubicBezTo>
                <a:cubicBezTo>
                  <a:pt x="176185" y="60572"/>
                  <a:pt x="174737" y="60934"/>
                  <a:pt x="173651" y="60934"/>
                </a:cubicBezTo>
                <a:cubicBezTo>
                  <a:pt x="172564" y="60934"/>
                  <a:pt x="171478" y="60572"/>
                  <a:pt x="170754" y="60210"/>
                </a:cubicBezTo>
                <a:cubicBezTo>
                  <a:pt x="168582" y="58398"/>
                  <a:pt x="168582" y="55500"/>
                  <a:pt x="170030" y="53689"/>
                </a:cubicBezTo>
                <a:cubicBezTo>
                  <a:pt x="174013" y="49342"/>
                  <a:pt x="174013" y="41735"/>
                  <a:pt x="170030" y="37388"/>
                </a:cubicBezTo>
                <a:cubicBezTo>
                  <a:pt x="163513" y="29781"/>
                  <a:pt x="163513" y="17464"/>
                  <a:pt x="170030" y="9495"/>
                </a:cubicBezTo>
                <a:cubicBezTo>
                  <a:pt x="171840" y="7683"/>
                  <a:pt x="174737" y="7321"/>
                  <a:pt x="176547" y="8770"/>
                </a:cubicBezTo>
                <a:close/>
                <a:moveTo>
                  <a:pt x="133684" y="1182"/>
                </a:moveTo>
                <a:cubicBezTo>
                  <a:pt x="135495" y="2621"/>
                  <a:pt x="135857" y="5500"/>
                  <a:pt x="134047" y="7659"/>
                </a:cubicBezTo>
                <a:cubicBezTo>
                  <a:pt x="130426" y="11618"/>
                  <a:pt x="130426" y="19174"/>
                  <a:pt x="134047" y="23492"/>
                </a:cubicBezTo>
                <a:cubicBezTo>
                  <a:pt x="140926" y="31408"/>
                  <a:pt x="140926" y="43643"/>
                  <a:pt x="134047" y="51559"/>
                </a:cubicBezTo>
                <a:cubicBezTo>
                  <a:pt x="133322" y="52639"/>
                  <a:pt x="132236" y="52998"/>
                  <a:pt x="130788" y="52998"/>
                </a:cubicBezTo>
                <a:cubicBezTo>
                  <a:pt x="129702" y="52998"/>
                  <a:pt x="128615" y="52639"/>
                  <a:pt x="127891" y="51919"/>
                </a:cubicBezTo>
                <a:cubicBezTo>
                  <a:pt x="126081" y="50480"/>
                  <a:pt x="125719" y="47601"/>
                  <a:pt x="127167" y="45442"/>
                </a:cubicBezTo>
                <a:cubicBezTo>
                  <a:pt x="131150" y="41484"/>
                  <a:pt x="131150" y="33567"/>
                  <a:pt x="127167" y="29609"/>
                </a:cubicBezTo>
                <a:cubicBezTo>
                  <a:pt x="120650" y="21693"/>
                  <a:pt x="120650" y="9459"/>
                  <a:pt x="127167" y="1542"/>
                </a:cubicBezTo>
                <a:cubicBezTo>
                  <a:pt x="128978" y="-257"/>
                  <a:pt x="131874" y="-617"/>
                  <a:pt x="133684" y="1182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42" name="Freeform 734">
            <a:extLst>
              <a:ext uri="{FF2B5EF4-FFF2-40B4-BE49-F238E27FC236}">
                <a16:creationId xmlns:a16="http://schemas.microsoft.com/office/drawing/2014/main" id="{F428EF3F-8888-AE4C-95EA-B4997B779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796" y="3276699"/>
            <a:ext cx="321716" cy="304603"/>
          </a:xfrm>
          <a:custGeom>
            <a:avLst/>
            <a:gdLst/>
            <a:ahLst/>
            <a:cxnLst/>
            <a:rect l="0" t="0" r="r" b="b"/>
            <a:pathLst>
              <a:path w="298090" h="282212">
                <a:moveTo>
                  <a:pt x="23926" y="233476"/>
                </a:moveTo>
                <a:cubicBezTo>
                  <a:pt x="25627" y="231775"/>
                  <a:pt x="28348" y="231775"/>
                  <a:pt x="29709" y="233476"/>
                </a:cubicBezTo>
                <a:cubicBezTo>
                  <a:pt x="31410" y="234837"/>
                  <a:pt x="31410" y="237558"/>
                  <a:pt x="29709" y="239259"/>
                </a:cubicBezTo>
                <a:cubicBezTo>
                  <a:pt x="28348" y="240960"/>
                  <a:pt x="25627" y="240960"/>
                  <a:pt x="23926" y="239259"/>
                </a:cubicBezTo>
                <a:cubicBezTo>
                  <a:pt x="22225" y="237558"/>
                  <a:pt x="22225" y="234837"/>
                  <a:pt x="23926" y="233476"/>
                </a:cubicBezTo>
                <a:close/>
                <a:moveTo>
                  <a:pt x="50366" y="231775"/>
                </a:moveTo>
                <a:lnTo>
                  <a:pt x="226726" y="231775"/>
                </a:lnTo>
                <a:cubicBezTo>
                  <a:pt x="229251" y="231775"/>
                  <a:pt x="231414" y="233607"/>
                  <a:pt x="231414" y="236538"/>
                </a:cubicBezTo>
                <a:cubicBezTo>
                  <a:pt x="231414" y="239102"/>
                  <a:pt x="229251" y="240934"/>
                  <a:pt x="226726" y="240934"/>
                </a:cubicBezTo>
                <a:lnTo>
                  <a:pt x="50366" y="240934"/>
                </a:lnTo>
                <a:cubicBezTo>
                  <a:pt x="48202" y="240934"/>
                  <a:pt x="46038" y="239102"/>
                  <a:pt x="46038" y="236538"/>
                </a:cubicBezTo>
                <a:cubicBezTo>
                  <a:pt x="46038" y="233607"/>
                  <a:pt x="48202" y="231775"/>
                  <a:pt x="50366" y="231775"/>
                </a:cubicBezTo>
                <a:close/>
                <a:moveTo>
                  <a:pt x="271056" y="218996"/>
                </a:moveTo>
                <a:cubicBezTo>
                  <a:pt x="260964" y="218996"/>
                  <a:pt x="252673" y="226989"/>
                  <a:pt x="252673" y="237162"/>
                </a:cubicBezTo>
                <a:cubicBezTo>
                  <a:pt x="252673" y="246971"/>
                  <a:pt x="260964" y="255327"/>
                  <a:pt x="271056" y="255327"/>
                </a:cubicBezTo>
                <a:cubicBezTo>
                  <a:pt x="281149" y="255327"/>
                  <a:pt x="289079" y="246971"/>
                  <a:pt x="289079" y="237162"/>
                </a:cubicBezTo>
                <a:cubicBezTo>
                  <a:pt x="289079" y="226989"/>
                  <a:pt x="281149" y="218996"/>
                  <a:pt x="271056" y="218996"/>
                </a:cubicBezTo>
                <a:close/>
                <a:moveTo>
                  <a:pt x="27033" y="218996"/>
                </a:moveTo>
                <a:cubicBezTo>
                  <a:pt x="16941" y="218996"/>
                  <a:pt x="9011" y="226989"/>
                  <a:pt x="9011" y="237162"/>
                </a:cubicBezTo>
                <a:cubicBezTo>
                  <a:pt x="9011" y="246971"/>
                  <a:pt x="16941" y="255327"/>
                  <a:pt x="27033" y="255327"/>
                </a:cubicBezTo>
                <a:lnTo>
                  <a:pt x="250511" y="255327"/>
                </a:lnTo>
                <a:cubicBezTo>
                  <a:pt x="246546" y="250604"/>
                  <a:pt x="244023" y="244065"/>
                  <a:pt x="244023" y="237162"/>
                </a:cubicBezTo>
                <a:cubicBezTo>
                  <a:pt x="244023" y="229895"/>
                  <a:pt x="246546" y="223355"/>
                  <a:pt x="250511" y="218996"/>
                </a:cubicBezTo>
                <a:lnTo>
                  <a:pt x="27033" y="218996"/>
                </a:lnTo>
                <a:close/>
                <a:moveTo>
                  <a:pt x="27033" y="209550"/>
                </a:moveTo>
                <a:lnTo>
                  <a:pt x="271056" y="209550"/>
                </a:lnTo>
                <a:cubicBezTo>
                  <a:pt x="285835" y="209550"/>
                  <a:pt x="298090" y="221902"/>
                  <a:pt x="298090" y="237162"/>
                </a:cubicBezTo>
                <a:cubicBezTo>
                  <a:pt x="298090" y="252057"/>
                  <a:pt x="285835" y="264410"/>
                  <a:pt x="271056" y="264410"/>
                </a:cubicBezTo>
                <a:lnTo>
                  <a:pt x="244023" y="264410"/>
                </a:lnTo>
                <a:lnTo>
                  <a:pt x="244023" y="277852"/>
                </a:lnTo>
                <a:cubicBezTo>
                  <a:pt x="244023" y="280395"/>
                  <a:pt x="241860" y="282212"/>
                  <a:pt x="239337" y="282212"/>
                </a:cubicBezTo>
                <a:cubicBezTo>
                  <a:pt x="236814" y="282212"/>
                  <a:pt x="234651" y="280395"/>
                  <a:pt x="234651" y="277852"/>
                </a:cubicBezTo>
                <a:lnTo>
                  <a:pt x="234651" y="264410"/>
                </a:lnTo>
                <a:lnTo>
                  <a:pt x="63078" y="264410"/>
                </a:lnTo>
                <a:lnTo>
                  <a:pt x="63078" y="277852"/>
                </a:lnTo>
                <a:cubicBezTo>
                  <a:pt x="63078" y="280395"/>
                  <a:pt x="60916" y="282212"/>
                  <a:pt x="58393" y="282212"/>
                </a:cubicBezTo>
                <a:cubicBezTo>
                  <a:pt x="56230" y="282212"/>
                  <a:pt x="54067" y="280395"/>
                  <a:pt x="54067" y="277852"/>
                </a:cubicBezTo>
                <a:lnTo>
                  <a:pt x="54067" y="264410"/>
                </a:lnTo>
                <a:lnTo>
                  <a:pt x="27033" y="264410"/>
                </a:lnTo>
                <a:cubicBezTo>
                  <a:pt x="11895" y="264410"/>
                  <a:pt x="0" y="252057"/>
                  <a:pt x="0" y="237162"/>
                </a:cubicBezTo>
                <a:cubicBezTo>
                  <a:pt x="0" y="221902"/>
                  <a:pt x="11895" y="209550"/>
                  <a:pt x="27033" y="209550"/>
                </a:cubicBezTo>
                <a:close/>
                <a:moveTo>
                  <a:pt x="227436" y="0"/>
                </a:moveTo>
                <a:lnTo>
                  <a:pt x="256846" y="0"/>
                </a:lnTo>
                <a:cubicBezTo>
                  <a:pt x="258639" y="0"/>
                  <a:pt x="260432" y="1079"/>
                  <a:pt x="260791" y="2879"/>
                </a:cubicBezTo>
                <a:cubicBezTo>
                  <a:pt x="261867" y="4319"/>
                  <a:pt x="261508" y="6478"/>
                  <a:pt x="260074" y="7918"/>
                </a:cubicBezTo>
                <a:lnTo>
                  <a:pt x="226360" y="41749"/>
                </a:lnTo>
                <a:lnTo>
                  <a:pt x="297016" y="197949"/>
                </a:lnTo>
                <a:cubicBezTo>
                  <a:pt x="298091" y="200109"/>
                  <a:pt x="297016" y="202988"/>
                  <a:pt x="294864" y="204068"/>
                </a:cubicBezTo>
                <a:cubicBezTo>
                  <a:pt x="294146" y="204068"/>
                  <a:pt x="293429" y="204428"/>
                  <a:pt x="292712" y="204428"/>
                </a:cubicBezTo>
                <a:cubicBezTo>
                  <a:pt x="291277" y="204428"/>
                  <a:pt x="289484" y="203348"/>
                  <a:pt x="288766" y="201549"/>
                </a:cubicBezTo>
                <a:lnTo>
                  <a:pt x="219545" y="48228"/>
                </a:lnTo>
                <a:lnTo>
                  <a:pt x="203765" y="64423"/>
                </a:lnTo>
                <a:lnTo>
                  <a:pt x="247879" y="193990"/>
                </a:lnTo>
                <a:cubicBezTo>
                  <a:pt x="248597" y="196150"/>
                  <a:pt x="247162" y="198669"/>
                  <a:pt x="244652" y="199749"/>
                </a:cubicBezTo>
                <a:cubicBezTo>
                  <a:pt x="244293" y="199749"/>
                  <a:pt x="243934" y="199749"/>
                  <a:pt x="243576" y="199749"/>
                </a:cubicBezTo>
                <a:cubicBezTo>
                  <a:pt x="241424" y="199749"/>
                  <a:pt x="239630" y="198669"/>
                  <a:pt x="238913" y="196870"/>
                </a:cubicBezTo>
                <a:lnTo>
                  <a:pt x="195157" y="68022"/>
                </a:lnTo>
                <a:lnTo>
                  <a:pt x="127729" y="68022"/>
                </a:lnTo>
                <a:cubicBezTo>
                  <a:pt x="120197" y="68022"/>
                  <a:pt x="113742" y="74141"/>
                  <a:pt x="113742" y="81699"/>
                </a:cubicBezTo>
                <a:cubicBezTo>
                  <a:pt x="113742" y="89617"/>
                  <a:pt x="120197" y="95376"/>
                  <a:pt x="127729" y="95376"/>
                </a:cubicBezTo>
                <a:lnTo>
                  <a:pt x="183321" y="95376"/>
                </a:lnTo>
                <a:cubicBezTo>
                  <a:pt x="185832" y="95376"/>
                  <a:pt x="187625" y="97535"/>
                  <a:pt x="187625" y="100414"/>
                </a:cubicBezTo>
                <a:cubicBezTo>
                  <a:pt x="187625" y="102574"/>
                  <a:pt x="185832" y="104733"/>
                  <a:pt x="183321" y="104733"/>
                </a:cubicBezTo>
                <a:lnTo>
                  <a:pt x="127729" y="104733"/>
                </a:lnTo>
                <a:cubicBezTo>
                  <a:pt x="114818" y="104733"/>
                  <a:pt x="104775" y="94296"/>
                  <a:pt x="104775" y="81699"/>
                </a:cubicBezTo>
                <a:cubicBezTo>
                  <a:pt x="104775" y="69102"/>
                  <a:pt x="114818" y="58665"/>
                  <a:pt x="127729" y="58665"/>
                </a:cubicBezTo>
                <a:lnTo>
                  <a:pt x="196591" y="58665"/>
                </a:lnTo>
                <a:lnTo>
                  <a:pt x="246086" y="8997"/>
                </a:lnTo>
                <a:lnTo>
                  <a:pt x="229229" y="8997"/>
                </a:lnTo>
                <a:lnTo>
                  <a:pt x="177224" y="47508"/>
                </a:lnTo>
                <a:cubicBezTo>
                  <a:pt x="175072" y="48947"/>
                  <a:pt x="172203" y="48228"/>
                  <a:pt x="170768" y="46428"/>
                </a:cubicBezTo>
                <a:cubicBezTo>
                  <a:pt x="169333" y="44269"/>
                  <a:pt x="169692" y="41389"/>
                  <a:pt x="171844" y="39950"/>
                </a:cubicBezTo>
                <a:lnTo>
                  <a:pt x="224925" y="720"/>
                </a:lnTo>
                <a:cubicBezTo>
                  <a:pt x="225643" y="360"/>
                  <a:pt x="226719" y="0"/>
                  <a:pt x="227436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43" name="Freeform 733">
            <a:extLst>
              <a:ext uri="{FF2B5EF4-FFF2-40B4-BE49-F238E27FC236}">
                <a16:creationId xmlns:a16="http://schemas.microsoft.com/office/drawing/2014/main" id="{D65BF5FD-2434-514A-A90E-D08BDCA94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796" y="4069966"/>
            <a:ext cx="320005" cy="321716"/>
          </a:xfrm>
          <a:custGeom>
            <a:avLst/>
            <a:gdLst/>
            <a:ahLst/>
            <a:cxnLst/>
            <a:rect l="0" t="0" r="r" b="b"/>
            <a:pathLst>
              <a:path w="296500" h="298092">
                <a:moveTo>
                  <a:pt x="135191" y="228696"/>
                </a:moveTo>
                <a:cubicBezTo>
                  <a:pt x="143784" y="228696"/>
                  <a:pt x="152423" y="231967"/>
                  <a:pt x="159083" y="238508"/>
                </a:cubicBezTo>
                <a:cubicBezTo>
                  <a:pt x="163762" y="243232"/>
                  <a:pt x="169881" y="245776"/>
                  <a:pt x="176361" y="245776"/>
                </a:cubicBezTo>
                <a:cubicBezTo>
                  <a:pt x="183200" y="245776"/>
                  <a:pt x="189319" y="243232"/>
                  <a:pt x="193999" y="238508"/>
                </a:cubicBezTo>
                <a:cubicBezTo>
                  <a:pt x="205517" y="226879"/>
                  <a:pt x="223515" y="225425"/>
                  <a:pt x="236833" y="234510"/>
                </a:cubicBezTo>
                <a:cubicBezTo>
                  <a:pt x="238993" y="235964"/>
                  <a:pt x="239353" y="238871"/>
                  <a:pt x="237913" y="241052"/>
                </a:cubicBezTo>
                <a:cubicBezTo>
                  <a:pt x="236474" y="242869"/>
                  <a:pt x="233954" y="243596"/>
                  <a:pt x="231794" y="241779"/>
                </a:cubicBezTo>
                <a:cubicBezTo>
                  <a:pt x="222075" y="235237"/>
                  <a:pt x="208757" y="236328"/>
                  <a:pt x="200478" y="245049"/>
                </a:cubicBezTo>
                <a:cubicBezTo>
                  <a:pt x="193999" y="251591"/>
                  <a:pt x="185720" y="255225"/>
                  <a:pt x="176361" y="255225"/>
                </a:cubicBezTo>
                <a:cubicBezTo>
                  <a:pt x="167722" y="255225"/>
                  <a:pt x="159083" y="251591"/>
                  <a:pt x="152603" y="245049"/>
                </a:cubicBezTo>
                <a:cubicBezTo>
                  <a:pt x="143245" y="235237"/>
                  <a:pt x="127406" y="235237"/>
                  <a:pt x="117688" y="245049"/>
                </a:cubicBezTo>
                <a:cubicBezTo>
                  <a:pt x="111568" y="251591"/>
                  <a:pt x="102929" y="255225"/>
                  <a:pt x="94290" y="255225"/>
                </a:cubicBezTo>
                <a:cubicBezTo>
                  <a:pt x="84931" y="255225"/>
                  <a:pt x="76652" y="251591"/>
                  <a:pt x="70173" y="245049"/>
                </a:cubicBezTo>
                <a:cubicBezTo>
                  <a:pt x="66934" y="241415"/>
                  <a:pt x="62614" y="239235"/>
                  <a:pt x="57935" y="238145"/>
                </a:cubicBezTo>
                <a:cubicBezTo>
                  <a:pt x="55415" y="237781"/>
                  <a:pt x="53975" y="235237"/>
                  <a:pt x="54335" y="232693"/>
                </a:cubicBezTo>
                <a:cubicBezTo>
                  <a:pt x="55055" y="230513"/>
                  <a:pt x="57215" y="228696"/>
                  <a:pt x="59734" y="229423"/>
                </a:cubicBezTo>
                <a:cubicBezTo>
                  <a:pt x="66214" y="230513"/>
                  <a:pt x="71973" y="233784"/>
                  <a:pt x="76652" y="238508"/>
                </a:cubicBezTo>
                <a:cubicBezTo>
                  <a:pt x="81332" y="243232"/>
                  <a:pt x="87451" y="245776"/>
                  <a:pt x="94290" y="245776"/>
                </a:cubicBezTo>
                <a:cubicBezTo>
                  <a:pt x="100770" y="245776"/>
                  <a:pt x="106889" y="243232"/>
                  <a:pt x="111568" y="238508"/>
                </a:cubicBezTo>
                <a:cubicBezTo>
                  <a:pt x="118048" y="231967"/>
                  <a:pt x="126597" y="228696"/>
                  <a:pt x="135191" y="228696"/>
                </a:cubicBezTo>
                <a:close/>
                <a:moveTo>
                  <a:pt x="239257" y="187420"/>
                </a:moveTo>
                <a:cubicBezTo>
                  <a:pt x="248235" y="187420"/>
                  <a:pt x="256854" y="191055"/>
                  <a:pt x="262958" y="197232"/>
                </a:cubicBezTo>
                <a:cubicBezTo>
                  <a:pt x="264754" y="199050"/>
                  <a:pt x="264754" y="201957"/>
                  <a:pt x="262958" y="203774"/>
                </a:cubicBezTo>
                <a:cubicBezTo>
                  <a:pt x="261163" y="205591"/>
                  <a:pt x="258290" y="205591"/>
                  <a:pt x="256495" y="203774"/>
                </a:cubicBezTo>
                <a:cubicBezTo>
                  <a:pt x="247158" y="193962"/>
                  <a:pt x="231357" y="193962"/>
                  <a:pt x="221661" y="203774"/>
                </a:cubicBezTo>
                <a:cubicBezTo>
                  <a:pt x="215197" y="210315"/>
                  <a:pt x="206938" y="213949"/>
                  <a:pt x="197960" y="213949"/>
                </a:cubicBezTo>
                <a:cubicBezTo>
                  <a:pt x="188982" y="213949"/>
                  <a:pt x="180723" y="210315"/>
                  <a:pt x="174259" y="203774"/>
                </a:cubicBezTo>
                <a:cubicBezTo>
                  <a:pt x="164563" y="193962"/>
                  <a:pt x="149121" y="193962"/>
                  <a:pt x="139425" y="203774"/>
                </a:cubicBezTo>
                <a:cubicBezTo>
                  <a:pt x="133321" y="210315"/>
                  <a:pt x="124702" y="213949"/>
                  <a:pt x="115724" y="213949"/>
                </a:cubicBezTo>
                <a:cubicBezTo>
                  <a:pt x="106747" y="213949"/>
                  <a:pt x="98487" y="210315"/>
                  <a:pt x="92023" y="203774"/>
                </a:cubicBezTo>
                <a:cubicBezTo>
                  <a:pt x="82327" y="193962"/>
                  <a:pt x="66527" y="193962"/>
                  <a:pt x="57190" y="203774"/>
                </a:cubicBezTo>
                <a:cubicBezTo>
                  <a:pt x="52880" y="208135"/>
                  <a:pt x="47135" y="211405"/>
                  <a:pt x="41030" y="212859"/>
                </a:cubicBezTo>
                <a:cubicBezTo>
                  <a:pt x="38516" y="213223"/>
                  <a:pt x="36002" y="211769"/>
                  <a:pt x="35643" y="209588"/>
                </a:cubicBezTo>
                <a:cubicBezTo>
                  <a:pt x="34925" y="207045"/>
                  <a:pt x="36361" y="204501"/>
                  <a:pt x="38875" y="204137"/>
                </a:cubicBezTo>
                <a:cubicBezTo>
                  <a:pt x="43543" y="203047"/>
                  <a:pt x="47494" y="200503"/>
                  <a:pt x="50726" y="197232"/>
                </a:cubicBezTo>
                <a:cubicBezTo>
                  <a:pt x="64013" y="184150"/>
                  <a:pt x="85200" y="184150"/>
                  <a:pt x="98487" y="197232"/>
                </a:cubicBezTo>
                <a:cubicBezTo>
                  <a:pt x="102796" y="201957"/>
                  <a:pt x="109260" y="204501"/>
                  <a:pt x="115724" y="204501"/>
                </a:cubicBezTo>
                <a:cubicBezTo>
                  <a:pt x="122547" y="204501"/>
                  <a:pt x="128293" y="201957"/>
                  <a:pt x="133321" y="197232"/>
                </a:cubicBezTo>
                <a:cubicBezTo>
                  <a:pt x="146248" y="184150"/>
                  <a:pt x="167436" y="184150"/>
                  <a:pt x="180723" y="197232"/>
                </a:cubicBezTo>
                <a:cubicBezTo>
                  <a:pt x="185391" y="201957"/>
                  <a:pt x="191496" y="204501"/>
                  <a:pt x="197960" y="204501"/>
                </a:cubicBezTo>
                <a:cubicBezTo>
                  <a:pt x="204424" y="204501"/>
                  <a:pt x="210888" y="201957"/>
                  <a:pt x="215197" y="197232"/>
                </a:cubicBezTo>
                <a:cubicBezTo>
                  <a:pt x="221661" y="191055"/>
                  <a:pt x="230280" y="187420"/>
                  <a:pt x="239257" y="187420"/>
                </a:cubicBezTo>
                <a:close/>
                <a:moveTo>
                  <a:pt x="7140" y="181691"/>
                </a:moveTo>
                <a:cubicBezTo>
                  <a:pt x="9663" y="181333"/>
                  <a:pt x="11825" y="182407"/>
                  <a:pt x="12546" y="184914"/>
                </a:cubicBezTo>
                <a:cubicBezTo>
                  <a:pt x="28766" y="246160"/>
                  <a:pt x="84634" y="288780"/>
                  <a:pt x="148432" y="288780"/>
                </a:cubicBezTo>
                <a:cubicBezTo>
                  <a:pt x="211869" y="288780"/>
                  <a:pt x="267737" y="246160"/>
                  <a:pt x="283956" y="184914"/>
                </a:cubicBezTo>
                <a:cubicBezTo>
                  <a:pt x="284317" y="182407"/>
                  <a:pt x="286840" y="180975"/>
                  <a:pt x="289363" y="181691"/>
                </a:cubicBezTo>
                <a:cubicBezTo>
                  <a:pt x="291886" y="182407"/>
                  <a:pt x="293328" y="184914"/>
                  <a:pt x="292607" y="187063"/>
                </a:cubicBezTo>
                <a:cubicBezTo>
                  <a:pt x="275666" y="252606"/>
                  <a:pt x="216194" y="298092"/>
                  <a:pt x="148432" y="298092"/>
                </a:cubicBezTo>
                <a:cubicBezTo>
                  <a:pt x="80309" y="298092"/>
                  <a:pt x="21197" y="252606"/>
                  <a:pt x="3896" y="187063"/>
                </a:cubicBezTo>
                <a:cubicBezTo>
                  <a:pt x="3175" y="184914"/>
                  <a:pt x="4617" y="182407"/>
                  <a:pt x="7140" y="181691"/>
                </a:cubicBezTo>
                <a:close/>
                <a:moveTo>
                  <a:pt x="148432" y="147673"/>
                </a:moveTo>
                <a:cubicBezTo>
                  <a:pt x="157082" y="147673"/>
                  <a:pt x="165012" y="150884"/>
                  <a:pt x="171500" y="157305"/>
                </a:cubicBezTo>
                <a:cubicBezTo>
                  <a:pt x="180511" y="166224"/>
                  <a:pt x="196009" y="166224"/>
                  <a:pt x="205020" y="157305"/>
                </a:cubicBezTo>
                <a:cubicBezTo>
                  <a:pt x="211508" y="150884"/>
                  <a:pt x="219438" y="147673"/>
                  <a:pt x="228449" y="147673"/>
                </a:cubicBezTo>
                <a:cubicBezTo>
                  <a:pt x="237099" y="147673"/>
                  <a:pt x="245029" y="150884"/>
                  <a:pt x="251517" y="157305"/>
                </a:cubicBezTo>
                <a:cubicBezTo>
                  <a:pt x="255842" y="161586"/>
                  <a:pt x="261970" y="163727"/>
                  <a:pt x="268457" y="163727"/>
                </a:cubicBezTo>
                <a:cubicBezTo>
                  <a:pt x="274585" y="163727"/>
                  <a:pt x="280712" y="161586"/>
                  <a:pt x="285038" y="157305"/>
                </a:cubicBezTo>
                <a:cubicBezTo>
                  <a:pt x="286840" y="155165"/>
                  <a:pt x="289723" y="155165"/>
                  <a:pt x="291526" y="157305"/>
                </a:cubicBezTo>
                <a:cubicBezTo>
                  <a:pt x="293328" y="158732"/>
                  <a:pt x="293328" y="161586"/>
                  <a:pt x="291526" y="163370"/>
                </a:cubicBezTo>
                <a:cubicBezTo>
                  <a:pt x="285038" y="169435"/>
                  <a:pt x="277108" y="173002"/>
                  <a:pt x="268457" y="173002"/>
                </a:cubicBezTo>
                <a:cubicBezTo>
                  <a:pt x="259447" y="173002"/>
                  <a:pt x="251517" y="169435"/>
                  <a:pt x="245029" y="163370"/>
                </a:cubicBezTo>
                <a:cubicBezTo>
                  <a:pt x="240704" y="159089"/>
                  <a:pt x="234576" y="156592"/>
                  <a:pt x="228449" y="156592"/>
                </a:cubicBezTo>
                <a:cubicBezTo>
                  <a:pt x="221961" y="156592"/>
                  <a:pt x="215834" y="158732"/>
                  <a:pt x="211508" y="163370"/>
                </a:cubicBezTo>
                <a:cubicBezTo>
                  <a:pt x="198533" y="175856"/>
                  <a:pt x="177988" y="175856"/>
                  <a:pt x="165012" y="163370"/>
                </a:cubicBezTo>
                <a:cubicBezTo>
                  <a:pt x="160687" y="158732"/>
                  <a:pt x="154559" y="156592"/>
                  <a:pt x="148432" y="156592"/>
                </a:cubicBezTo>
                <a:cubicBezTo>
                  <a:pt x="141944" y="156592"/>
                  <a:pt x="135816" y="158732"/>
                  <a:pt x="131491" y="163370"/>
                </a:cubicBezTo>
                <a:cubicBezTo>
                  <a:pt x="118515" y="175856"/>
                  <a:pt x="97970" y="175856"/>
                  <a:pt x="84995" y="163370"/>
                </a:cubicBezTo>
                <a:cubicBezTo>
                  <a:pt x="75623" y="154095"/>
                  <a:pt x="60845" y="154095"/>
                  <a:pt x="51474" y="163370"/>
                </a:cubicBezTo>
                <a:cubicBezTo>
                  <a:pt x="38498" y="175856"/>
                  <a:pt x="17953" y="175856"/>
                  <a:pt x="4977" y="163370"/>
                </a:cubicBezTo>
                <a:cubicBezTo>
                  <a:pt x="3175" y="161586"/>
                  <a:pt x="3175" y="158732"/>
                  <a:pt x="4977" y="157305"/>
                </a:cubicBezTo>
                <a:cubicBezTo>
                  <a:pt x="6779" y="155165"/>
                  <a:pt x="9663" y="155165"/>
                  <a:pt x="11465" y="157305"/>
                </a:cubicBezTo>
                <a:cubicBezTo>
                  <a:pt x="15790" y="161586"/>
                  <a:pt x="21918" y="163727"/>
                  <a:pt x="28406" y="163727"/>
                </a:cubicBezTo>
                <a:cubicBezTo>
                  <a:pt x="34533" y="163727"/>
                  <a:pt x="40660" y="161586"/>
                  <a:pt x="44986" y="157305"/>
                </a:cubicBezTo>
                <a:cubicBezTo>
                  <a:pt x="57962" y="144463"/>
                  <a:pt x="78507" y="144463"/>
                  <a:pt x="91482" y="157305"/>
                </a:cubicBezTo>
                <a:cubicBezTo>
                  <a:pt x="100854" y="166224"/>
                  <a:pt x="115632" y="166224"/>
                  <a:pt x="125003" y="157305"/>
                </a:cubicBezTo>
                <a:cubicBezTo>
                  <a:pt x="131491" y="150884"/>
                  <a:pt x="139421" y="147673"/>
                  <a:pt x="148432" y="147673"/>
                </a:cubicBezTo>
                <a:close/>
                <a:moveTo>
                  <a:pt x="166149" y="90152"/>
                </a:moveTo>
                <a:lnTo>
                  <a:pt x="166149" y="114673"/>
                </a:lnTo>
                <a:lnTo>
                  <a:pt x="223658" y="114673"/>
                </a:lnTo>
                <a:lnTo>
                  <a:pt x="223658" y="90152"/>
                </a:lnTo>
                <a:lnTo>
                  <a:pt x="166149" y="90152"/>
                </a:lnTo>
                <a:close/>
                <a:moveTo>
                  <a:pt x="166149" y="56615"/>
                </a:moveTo>
                <a:lnTo>
                  <a:pt x="166149" y="81137"/>
                </a:lnTo>
                <a:lnTo>
                  <a:pt x="223658" y="81137"/>
                </a:lnTo>
                <a:lnTo>
                  <a:pt x="223658" y="56615"/>
                </a:lnTo>
                <a:lnTo>
                  <a:pt x="166149" y="56615"/>
                </a:lnTo>
                <a:close/>
                <a:moveTo>
                  <a:pt x="247877" y="45899"/>
                </a:moveTo>
                <a:cubicBezTo>
                  <a:pt x="249692" y="44450"/>
                  <a:pt x="252957" y="44450"/>
                  <a:pt x="254409" y="45899"/>
                </a:cubicBezTo>
                <a:cubicBezTo>
                  <a:pt x="279083" y="71265"/>
                  <a:pt x="293960" y="104240"/>
                  <a:pt x="296500" y="139390"/>
                </a:cubicBezTo>
                <a:cubicBezTo>
                  <a:pt x="296500" y="141926"/>
                  <a:pt x="294686" y="143738"/>
                  <a:pt x="292509" y="144100"/>
                </a:cubicBezTo>
                <a:cubicBezTo>
                  <a:pt x="292146" y="144100"/>
                  <a:pt x="292146" y="144100"/>
                  <a:pt x="291783" y="144100"/>
                </a:cubicBezTo>
                <a:cubicBezTo>
                  <a:pt x="289606" y="144100"/>
                  <a:pt x="287792" y="142289"/>
                  <a:pt x="287429" y="139752"/>
                </a:cubicBezTo>
                <a:cubicBezTo>
                  <a:pt x="284889" y="107139"/>
                  <a:pt x="270737" y="75976"/>
                  <a:pt x="247877" y="52422"/>
                </a:cubicBezTo>
                <a:cubicBezTo>
                  <a:pt x="246063" y="50610"/>
                  <a:pt x="246063" y="47711"/>
                  <a:pt x="247877" y="45899"/>
                </a:cubicBezTo>
                <a:close/>
                <a:moveTo>
                  <a:pt x="166149" y="23079"/>
                </a:moveTo>
                <a:lnTo>
                  <a:pt x="166149" y="47600"/>
                </a:lnTo>
                <a:lnTo>
                  <a:pt x="223658" y="47600"/>
                </a:lnTo>
                <a:lnTo>
                  <a:pt x="223658" y="23079"/>
                </a:lnTo>
                <a:lnTo>
                  <a:pt x="166149" y="23079"/>
                </a:lnTo>
                <a:close/>
                <a:moveTo>
                  <a:pt x="135895" y="1949"/>
                </a:moveTo>
                <a:cubicBezTo>
                  <a:pt x="138053" y="1588"/>
                  <a:pt x="140569" y="3392"/>
                  <a:pt x="140929" y="5917"/>
                </a:cubicBezTo>
                <a:cubicBezTo>
                  <a:pt x="140929" y="8443"/>
                  <a:pt x="139131" y="10608"/>
                  <a:pt x="136614" y="10968"/>
                </a:cubicBezTo>
                <a:cubicBezTo>
                  <a:pt x="67948" y="16380"/>
                  <a:pt x="14380" y="70860"/>
                  <a:pt x="8988" y="139772"/>
                </a:cubicBezTo>
                <a:cubicBezTo>
                  <a:pt x="8628" y="142298"/>
                  <a:pt x="6831" y="144102"/>
                  <a:pt x="4674" y="144102"/>
                </a:cubicBezTo>
                <a:cubicBezTo>
                  <a:pt x="4314" y="144102"/>
                  <a:pt x="4314" y="144102"/>
                  <a:pt x="3955" y="144102"/>
                </a:cubicBezTo>
                <a:cubicBezTo>
                  <a:pt x="1438" y="143741"/>
                  <a:pt x="0" y="141937"/>
                  <a:pt x="0" y="139412"/>
                </a:cubicBezTo>
                <a:cubicBezTo>
                  <a:pt x="5752" y="65809"/>
                  <a:pt x="62555" y="7721"/>
                  <a:pt x="135895" y="1949"/>
                </a:cubicBezTo>
                <a:close/>
                <a:moveTo>
                  <a:pt x="161476" y="0"/>
                </a:moveTo>
                <a:cubicBezTo>
                  <a:pt x="163992" y="0"/>
                  <a:pt x="166149" y="2163"/>
                  <a:pt x="166149" y="4688"/>
                </a:cubicBezTo>
                <a:lnTo>
                  <a:pt x="166149" y="14063"/>
                </a:lnTo>
                <a:lnTo>
                  <a:pt x="223658" y="14063"/>
                </a:lnTo>
                <a:lnTo>
                  <a:pt x="223658" y="4688"/>
                </a:lnTo>
                <a:cubicBezTo>
                  <a:pt x="223658" y="2163"/>
                  <a:pt x="225815" y="0"/>
                  <a:pt x="228331" y="0"/>
                </a:cubicBezTo>
                <a:cubicBezTo>
                  <a:pt x="230847" y="0"/>
                  <a:pt x="233004" y="2163"/>
                  <a:pt x="233004" y="4688"/>
                </a:cubicBezTo>
                <a:lnTo>
                  <a:pt x="233004" y="133064"/>
                </a:lnTo>
                <a:cubicBezTo>
                  <a:pt x="233004" y="135588"/>
                  <a:pt x="230847" y="137752"/>
                  <a:pt x="228331" y="137752"/>
                </a:cubicBezTo>
                <a:cubicBezTo>
                  <a:pt x="225815" y="137752"/>
                  <a:pt x="223658" y="135588"/>
                  <a:pt x="223658" y="133064"/>
                </a:cubicBezTo>
                <a:lnTo>
                  <a:pt x="223658" y="123688"/>
                </a:lnTo>
                <a:lnTo>
                  <a:pt x="166149" y="123688"/>
                </a:lnTo>
                <a:lnTo>
                  <a:pt x="166149" y="133064"/>
                </a:lnTo>
                <a:cubicBezTo>
                  <a:pt x="166149" y="135588"/>
                  <a:pt x="163992" y="137752"/>
                  <a:pt x="161476" y="137752"/>
                </a:cubicBezTo>
                <a:cubicBezTo>
                  <a:pt x="158960" y="137752"/>
                  <a:pt x="157163" y="135588"/>
                  <a:pt x="157163" y="133064"/>
                </a:cubicBezTo>
                <a:lnTo>
                  <a:pt x="157163" y="4688"/>
                </a:lnTo>
                <a:cubicBezTo>
                  <a:pt x="157163" y="2163"/>
                  <a:pt x="158960" y="0"/>
                  <a:pt x="161476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44" name="Freeform 732">
            <a:extLst>
              <a:ext uri="{FF2B5EF4-FFF2-40B4-BE49-F238E27FC236}">
                <a16:creationId xmlns:a16="http://schemas.microsoft.com/office/drawing/2014/main" id="{763DC41A-1F47-C84B-87D4-5358E324C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2085" y="4871375"/>
            <a:ext cx="321716" cy="320004"/>
          </a:xfrm>
          <a:custGeom>
            <a:avLst/>
            <a:gdLst/>
            <a:ahLst/>
            <a:cxnLst/>
            <a:rect l="0" t="0" r="r" b="b"/>
            <a:pathLst>
              <a:path w="298090" h="296522">
                <a:moveTo>
                  <a:pt x="229743" y="289038"/>
                </a:moveTo>
                <a:cubicBezTo>
                  <a:pt x="231648" y="287337"/>
                  <a:pt x="234696" y="287337"/>
                  <a:pt x="236601" y="289038"/>
                </a:cubicBezTo>
                <a:cubicBezTo>
                  <a:pt x="237363" y="289718"/>
                  <a:pt x="237744" y="291079"/>
                  <a:pt x="237744" y="292100"/>
                </a:cubicBezTo>
                <a:cubicBezTo>
                  <a:pt x="237744" y="293120"/>
                  <a:pt x="237363" y="294481"/>
                  <a:pt x="236601" y="295161"/>
                </a:cubicBezTo>
                <a:cubicBezTo>
                  <a:pt x="235839" y="295842"/>
                  <a:pt x="234315" y="296522"/>
                  <a:pt x="233172" y="296522"/>
                </a:cubicBezTo>
                <a:cubicBezTo>
                  <a:pt x="232029" y="296522"/>
                  <a:pt x="230886" y="295842"/>
                  <a:pt x="229743" y="295161"/>
                </a:cubicBezTo>
                <a:cubicBezTo>
                  <a:pt x="228981" y="294481"/>
                  <a:pt x="228600" y="293120"/>
                  <a:pt x="228600" y="292100"/>
                </a:cubicBezTo>
                <a:cubicBezTo>
                  <a:pt x="228600" y="291079"/>
                  <a:pt x="228981" y="289718"/>
                  <a:pt x="229743" y="289038"/>
                </a:cubicBezTo>
                <a:close/>
                <a:moveTo>
                  <a:pt x="271018" y="279223"/>
                </a:moveTo>
                <a:cubicBezTo>
                  <a:pt x="272923" y="277812"/>
                  <a:pt x="275971" y="277812"/>
                  <a:pt x="277876" y="279223"/>
                </a:cubicBezTo>
                <a:cubicBezTo>
                  <a:pt x="278638" y="279929"/>
                  <a:pt x="279019" y="281340"/>
                  <a:pt x="279019" y="282398"/>
                </a:cubicBezTo>
                <a:cubicBezTo>
                  <a:pt x="279019" y="283457"/>
                  <a:pt x="278638" y="284868"/>
                  <a:pt x="277876" y="285573"/>
                </a:cubicBezTo>
                <a:cubicBezTo>
                  <a:pt x="277114" y="286279"/>
                  <a:pt x="275971" y="286984"/>
                  <a:pt x="274447" y="286984"/>
                </a:cubicBezTo>
                <a:cubicBezTo>
                  <a:pt x="273304" y="286984"/>
                  <a:pt x="272161" y="286279"/>
                  <a:pt x="271018" y="285573"/>
                </a:cubicBezTo>
                <a:cubicBezTo>
                  <a:pt x="270256" y="284868"/>
                  <a:pt x="269875" y="283457"/>
                  <a:pt x="269875" y="282398"/>
                </a:cubicBezTo>
                <a:cubicBezTo>
                  <a:pt x="269875" y="281340"/>
                  <a:pt x="270256" y="279929"/>
                  <a:pt x="271018" y="279223"/>
                </a:cubicBezTo>
                <a:close/>
                <a:moveTo>
                  <a:pt x="190378" y="279223"/>
                </a:moveTo>
                <a:cubicBezTo>
                  <a:pt x="191844" y="277812"/>
                  <a:pt x="195141" y="277812"/>
                  <a:pt x="196606" y="279223"/>
                </a:cubicBezTo>
                <a:cubicBezTo>
                  <a:pt x="197705" y="280282"/>
                  <a:pt x="198072" y="281340"/>
                  <a:pt x="198072" y="282398"/>
                </a:cubicBezTo>
                <a:cubicBezTo>
                  <a:pt x="198072" y="283457"/>
                  <a:pt x="197705" y="284868"/>
                  <a:pt x="196606" y="285573"/>
                </a:cubicBezTo>
                <a:cubicBezTo>
                  <a:pt x="195873" y="286279"/>
                  <a:pt x="194408" y="286984"/>
                  <a:pt x="193675" y="286984"/>
                </a:cubicBezTo>
                <a:cubicBezTo>
                  <a:pt x="192210" y="286984"/>
                  <a:pt x="191111" y="286279"/>
                  <a:pt x="190378" y="285573"/>
                </a:cubicBezTo>
                <a:cubicBezTo>
                  <a:pt x="189279" y="284868"/>
                  <a:pt x="188913" y="283457"/>
                  <a:pt x="188913" y="282398"/>
                </a:cubicBezTo>
                <a:cubicBezTo>
                  <a:pt x="188913" y="281340"/>
                  <a:pt x="189279" y="280282"/>
                  <a:pt x="190378" y="279223"/>
                </a:cubicBezTo>
                <a:close/>
                <a:moveTo>
                  <a:pt x="233172" y="265112"/>
                </a:moveTo>
                <a:cubicBezTo>
                  <a:pt x="235839" y="265112"/>
                  <a:pt x="237744" y="266943"/>
                  <a:pt x="237744" y="269508"/>
                </a:cubicBezTo>
                <a:cubicBezTo>
                  <a:pt x="237744" y="272072"/>
                  <a:pt x="235839" y="274270"/>
                  <a:pt x="233172" y="274270"/>
                </a:cubicBezTo>
                <a:cubicBezTo>
                  <a:pt x="230505" y="274270"/>
                  <a:pt x="228600" y="272072"/>
                  <a:pt x="228600" y="269508"/>
                </a:cubicBezTo>
                <a:cubicBezTo>
                  <a:pt x="228600" y="266943"/>
                  <a:pt x="230505" y="265112"/>
                  <a:pt x="233172" y="265112"/>
                </a:cubicBezTo>
                <a:close/>
                <a:moveTo>
                  <a:pt x="272522" y="257528"/>
                </a:moveTo>
                <a:cubicBezTo>
                  <a:pt x="274991" y="257175"/>
                  <a:pt x="277108" y="259291"/>
                  <a:pt x="277460" y="261408"/>
                </a:cubicBezTo>
                <a:cubicBezTo>
                  <a:pt x="277460" y="263878"/>
                  <a:pt x="275697" y="265994"/>
                  <a:pt x="273227" y="266347"/>
                </a:cubicBezTo>
                <a:lnTo>
                  <a:pt x="272874" y="266347"/>
                </a:lnTo>
                <a:cubicBezTo>
                  <a:pt x="270758" y="266347"/>
                  <a:pt x="268641" y="264583"/>
                  <a:pt x="268288" y="262466"/>
                </a:cubicBezTo>
                <a:cubicBezTo>
                  <a:pt x="268288" y="259644"/>
                  <a:pt x="270052" y="257880"/>
                  <a:pt x="272522" y="257528"/>
                </a:cubicBezTo>
                <a:close/>
                <a:moveTo>
                  <a:pt x="195439" y="257528"/>
                </a:moveTo>
                <a:cubicBezTo>
                  <a:pt x="197908" y="257880"/>
                  <a:pt x="199672" y="259644"/>
                  <a:pt x="199672" y="262466"/>
                </a:cubicBezTo>
                <a:cubicBezTo>
                  <a:pt x="199672" y="264583"/>
                  <a:pt x="197555" y="266347"/>
                  <a:pt x="195086" y="266347"/>
                </a:cubicBezTo>
                <a:lnTo>
                  <a:pt x="194733" y="266347"/>
                </a:lnTo>
                <a:cubicBezTo>
                  <a:pt x="192617" y="265994"/>
                  <a:pt x="190500" y="263878"/>
                  <a:pt x="190853" y="261408"/>
                </a:cubicBezTo>
                <a:cubicBezTo>
                  <a:pt x="190853" y="259291"/>
                  <a:pt x="192969" y="257175"/>
                  <a:pt x="195439" y="257528"/>
                </a:cubicBezTo>
                <a:close/>
                <a:moveTo>
                  <a:pt x="233172" y="242887"/>
                </a:moveTo>
                <a:cubicBezTo>
                  <a:pt x="235839" y="242887"/>
                  <a:pt x="237744" y="245003"/>
                  <a:pt x="237744" y="247473"/>
                </a:cubicBezTo>
                <a:cubicBezTo>
                  <a:pt x="237744" y="249942"/>
                  <a:pt x="235839" y="252059"/>
                  <a:pt x="233172" y="252059"/>
                </a:cubicBezTo>
                <a:cubicBezTo>
                  <a:pt x="230505" y="252059"/>
                  <a:pt x="228600" y="249942"/>
                  <a:pt x="228600" y="247473"/>
                </a:cubicBezTo>
                <a:cubicBezTo>
                  <a:pt x="228600" y="245003"/>
                  <a:pt x="230505" y="242887"/>
                  <a:pt x="233172" y="242887"/>
                </a:cubicBezTo>
                <a:close/>
                <a:moveTo>
                  <a:pt x="270934" y="238125"/>
                </a:moveTo>
                <a:cubicBezTo>
                  <a:pt x="273403" y="238125"/>
                  <a:pt x="275520" y="239956"/>
                  <a:pt x="275520" y="242521"/>
                </a:cubicBezTo>
                <a:cubicBezTo>
                  <a:pt x="275872" y="244719"/>
                  <a:pt x="274109" y="247283"/>
                  <a:pt x="271639" y="247283"/>
                </a:cubicBezTo>
                <a:lnTo>
                  <a:pt x="271286" y="247283"/>
                </a:lnTo>
                <a:cubicBezTo>
                  <a:pt x="269169" y="247283"/>
                  <a:pt x="267053" y="245818"/>
                  <a:pt x="267053" y="242887"/>
                </a:cubicBezTo>
                <a:cubicBezTo>
                  <a:pt x="266700" y="240689"/>
                  <a:pt x="268464" y="238491"/>
                  <a:pt x="270934" y="238125"/>
                </a:cubicBezTo>
                <a:close/>
                <a:moveTo>
                  <a:pt x="197380" y="238125"/>
                </a:moveTo>
                <a:cubicBezTo>
                  <a:pt x="199496" y="238491"/>
                  <a:pt x="201260" y="240689"/>
                  <a:pt x="201260" y="242887"/>
                </a:cubicBezTo>
                <a:cubicBezTo>
                  <a:pt x="200907" y="245818"/>
                  <a:pt x="199143" y="247283"/>
                  <a:pt x="197027" y="247283"/>
                </a:cubicBezTo>
                <a:lnTo>
                  <a:pt x="196321" y="247283"/>
                </a:lnTo>
                <a:cubicBezTo>
                  <a:pt x="193852" y="247283"/>
                  <a:pt x="192088" y="244719"/>
                  <a:pt x="192441" y="242521"/>
                </a:cubicBezTo>
                <a:cubicBezTo>
                  <a:pt x="192793" y="239956"/>
                  <a:pt x="194910" y="238125"/>
                  <a:pt x="197380" y="238125"/>
                </a:cubicBezTo>
                <a:close/>
                <a:moveTo>
                  <a:pt x="233172" y="220662"/>
                </a:moveTo>
                <a:cubicBezTo>
                  <a:pt x="235839" y="220662"/>
                  <a:pt x="237744" y="222778"/>
                  <a:pt x="237744" y="225248"/>
                </a:cubicBezTo>
                <a:cubicBezTo>
                  <a:pt x="237744" y="227717"/>
                  <a:pt x="235839" y="229834"/>
                  <a:pt x="233172" y="229834"/>
                </a:cubicBezTo>
                <a:cubicBezTo>
                  <a:pt x="230505" y="229834"/>
                  <a:pt x="228600" y="227717"/>
                  <a:pt x="228600" y="225248"/>
                </a:cubicBezTo>
                <a:cubicBezTo>
                  <a:pt x="228600" y="222778"/>
                  <a:pt x="230505" y="220662"/>
                  <a:pt x="233172" y="220662"/>
                </a:cubicBezTo>
                <a:close/>
                <a:moveTo>
                  <a:pt x="267758" y="217487"/>
                </a:moveTo>
                <a:cubicBezTo>
                  <a:pt x="270228" y="217487"/>
                  <a:pt x="272345" y="219318"/>
                  <a:pt x="272697" y="221883"/>
                </a:cubicBezTo>
                <a:cubicBezTo>
                  <a:pt x="272697" y="224447"/>
                  <a:pt x="270934" y="226645"/>
                  <a:pt x="268464" y="226645"/>
                </a:cubicBezTo>
                <a:lnTo>
                  <a:pt x="268111" y="226645"/>
                </a:lnTo>
                <a:cubicBezTo>
                  <a:pt x="265994" y="226645"/>
                  <a:pt x="263878" y="224814"/>
                  <a:pt x="263525" y="222616"/>
                </a:cubicBezTo>
                <a:cubicBezTo>
                  <a:pt x="263525" y="220051"/>
                  <a:pt x="265289" y="217853"/>
                  <a:pt x="267758" y="217487"/>
                </a:cubicBezTo>
                <a:close/>
                <a:moveTo>
                  <a:pt x="198437" y="217487"/>
                </a:moveTo>
                <a:cubicBezTo>
                  <a:pt x="200819" y="217853"/>
                  <a:pt x="202860" y="220051"/>
                  <a:pt x="202520" y="222616"/>
                </a:cubicBezTo>
                <a:cubicBezTo>
                  <a:pt x="202520" y="224814"/>
                  <a:pt x="200478" y="226645"/>
                  <a:pt x="198097" y="226645"/>
                </a:cubicBezTo>
                <a:lnTo>
                  <a:pt x="197757" y="226645"/>
                </a:lnTo>
                <a:cubicBezTo>
                  <a:pt x="195716" y="226645"/>
                  <a:pt x="193675" y="224447"/>
                  <a:pt x="194015" y="221883"/>
                </a:cubicBezTo>
                <a:cubicBezTo>
                  <a:pt x="194015" y="219318"/>
                  <a:pt x="196396" y="217487"/>
                  <a:pt x="198437" y="217487"/>
                </a:cubicBezTo>
                <a:close/>
                <a:moveTo>
                  <a:pt x="233172" y="198437"/>
                </a:moveTo>
                <a:cubicBezTo>
                  <a:pt x="235839" y="198437"/>
                  <a:pt x="237744" y="200268"/>
                  <a:pt x="237744" y="202833"/>
                </a:cubicBezTo>
                <a:cubicBezTo>
                  <a:pt x="237744" y="205397"/>
                  <a:pt x="235839" y="207595"/>
                  <a:pt x="233172" y="207595"/>
                </a:cubicBezTo>
                <a:cubicBezTo>
                  <a:pt x="230505" y="207595"/>
                  <a:pt x="228600" y="205397"/>
                  <a:pt x="228600" y="202833"/>
                </a:cubicBezTo>
                <a:cubicBezTo>
                  <a:pt x="228600" y="200268"/>
                  <a:pt x="230505" y="198437"/>
                  <a:pt x="233172" y="198437"/>
                </a:cubicBezTo>
                <a:close/>
                <a:moveTo>
                  <a:pt x="266171" y="197203"/>
                </a:moveTo>
                <a:cubicBezTo>
                  <a:pt x="268641" y="196850"/>
                  <a:pt x="270758" y="198614"/>
                  <a:pt x="270758" y="201083"/>
                </a:cubicBezTo>
                <a:cubicBezTo>
                  <a:pt x="271110" y="203553"/>
                  <a:pt x="269346" y="205669"/>
                  <a:pt x="266877" y="206022"/>
                </a:cubicBezTo>
                <a:cubicBezTo>
                  <a:pt x="266877" y="206022"/>
                  <a:pt x="266877" y="206022"/>
                  <a:pt x="266524" y="206022"/>
                </a:cubicBezTo>
                <a:cubicBezTo>
                  <a:pt x="264407" y="206022"/>
                  <a:pt x="262291" y="204258"/>
                  <a:pt x="262291" y="201789"/>
                </a:cubicBezTo>
                <a:cubicBezTo>
                  <a:pt x="261938" y="199672"/>
                  <a:pt x="263702" y="197203"/>
                  <a:pt x="266171" y="197203"/>
                </a:cubicBezTo>
                <a:close/>
                <a:moveTo>
                  <a:pt x="200392" y="197203"/>
                </a:moveTo>
                <a:cubicBezTo>
                  <a:pt x="202956" y="197203"/>
                  <a:pt x="204422" y="199672"/>
                  <a:pt x="204422" y="201789"/>
                </a:cubicBezTo>
                <a:cubicBezTo>
                  <a:pt x="204055" y="204258"/>
                  <a:pt x="202223" y="206022"/>
                  <a:pt x="200025" y="206022"/>
                </a:cubicBezTo>
                <a:cubicBezTo>
                  <a:pt x="199659" y="206022"/>
                  <a:pt x="199659" y="206022"/>
                  <a:pt x="199293" y="206022"/>
                </a:cubicBezTo>
                <a:cubicBezTo>
                  <a:pt x="196728" y="205669"/>
                  <a:pt x="195263" y="203553"/>
                  <a:pt x="195263" y="201083"/>
                </a:cubicBezTo>
                <a:cubicBezTo>
                  <a:pt x="195629" y="198614"/>
                  <a:pt x="197461" y="196850"/>
                  <a:pt x="200392" y="197203"/>
                </a:cubicBezTo>
                <a:close/>
                <a:moveTo>
                  <a:pt x="71729" y="132310"/>
                </a:moveTo>
                <a:cubicBezTo>
                  <a:pt x="67403" y="132310"/>
                  <a:pt x="63799" y="135896"/>
                  <a:pt x="63799" y="140199"/>
                </a:cubicBezTo>
                <a:cubicBezTo>
                  <a:pt x="63799" y="144143"/>
                  <a:pt x="67043" y="147370"/>
                  <a:pt x="71008" y="147729"/>
                </a:cubicBezTo>
                <a:lnTo>
                  <a:pt x="180584" y="159561"/>
                </a:lnTo>
                <a:cubicBezTo>
                  <a:pt x="183107" y="153107"/>
                  <a:pt x="187072" y="147012"/>
                  <a:pt x="192118" y="141633"/>
                </a:cubicBezTo>
                <a:cubicBezTo>
                  <a:pt x="193920" y="139840"/>
                  <a:pt x="196804" y="139482"/>
                  <a:pt x="198606" y="141275"/>
                </a:cubicBezTo>
                <a:cubicBezTo>
                  <a:pt x="200408" y="143067"/>
                  <a:pt x="200408" y="145936"/>
                  <a:pt x="198606" y="147729"/>
                </a:cubicBezTo>
                <a:cubicBezTo>
                  <a:pt x="191037" y="155617"/>
                  <a:pt x="186711" y="165657"/>
                  <a:pt x="185630" y="176414"/>
                </a:cubicBezTo>
                <a:lnTo>
                  <a:pt x="282951" y="176414"/>
                </a:lnTo>
                <a:cubicBezTo>
                  <a:pt x="280788" y="151673"/>
                  <a:pt x="259882" y="132310"/>
                  <a:pt x="234290" y="132310"/>
                </a:cubicBezTo>
                <a:lnTo>
                  <a:pt x="71729" y="132310"/>
                </a:lnTo>
                <a:close/>
                <a:moveTo>
                  <a:pt x="121470" y="0"/>
                </a:moveTo>
                <a:lnTo>
                  <a:pt x="257719" y="0"/>
                </a:lnTo>
                <a:cubicBezTo>
                  <a:pt x="276823" y="0"/>
                  <a:pt x="292323" y="15060"/>
                  <a:pt x="292323" y="34063"/>
                </a:cubicBezTo>
                <a:cubicBezTo>
                  <a:pt x="292323" y="52709"/>
                  <a:pt x="276823" y="68127"/>
                  <a:pt x="257719" y="68127"/>
                </a:cubicBezTo>
                <a:lnTo>
                  <a:pt x="42893" y="68127"/>
                </a:lnTo>
                <a:cubicBezTo>
                  <a:pt x="24150" y="68127"/>
                  <a:pt x="9011" y="83187"/>
                  <a:pt x="9011" y="101832"/>
                </a:cubicBezTo>
                <a:cubicBezTo>
                  <a:pt x="9011" y="120119"/>
                  <a:pt x="24150" y="135538"/>
                  <a:pt x="42893" y="135538"/>
                </a:cubicBezTo>
                <a:lnTo>
                  <a:pt x="55869" y="135538"/>
                </a:lnTo>
                <a:cubicBezTo>
                  <a:pt x="58032" y="128366"/>
                  <a:pt x="64159" y="123346"/>
                  <a:pt x="71729" y="123346"/>
                </a:cubicBezTo>
                <a:lnTo>
                  <a:pt x="234290" y="123346"/>
                </a:lnTo>
                <a:cubicBezTo>
                  <a:pt x="264568" y="123346"/>
                  <a:pt x="289439" y="146653"/>
                  <a:pt x="291962" y="176414"/>
                </a:cubicBezTo>
                <a:lnTo>
                  <a:pt x="293764" y="176414"/>
                </a:lnTo>
                <a:cubicBezTo>
                  <a:pt x="296288" y="176414"/>
                  <a:pt x="298090" y="178565"/>
                  <a:pt x="298090" y="180717"/>
                </a:cubicBezTo>
                <a:cubicBezTo>
                  <a:pt x="298090" y="183585"/>
                  <a:pt x="296288" y="185378"/>
                  <a:pt x="293764" y="185378"/>
                </a:cubicBezTo>
                <a:lnTo>
                  <a:pt x="287637" y="185378"/>
                </a:lnTo>
                <a:lnTo>
                  <a:pt x="180944" y="185378"/>
                </a:lnTo>
                <a:lnTo>
                  <a:pt x="175177" y="185378"/>
                </a:lnTo>
                <a:cubicBezTo>
                  <a:pt x="172654" y="185378"/>
                  <a:pt x="170491" y="183585"/>
                  <a:pt x="170491" y="180717"/>
                </a:cubicBezTo>
                <a:cubicBezTo>
                  <a:pt x="170491" y="178565"/>
                  <a:pt x="172654" y="176414"/>
                  <a:pt x="175177" y="176414"/>
                </a:cubicBezTo>
                <a:lnTo>
                  <a:pt x="176619" y="176414"/>
                </a:lnTo>
                <a:cubicBezTo>
                  <a:pt x="176979" y="173546"/>
                  <a:pt x="177340" y="171036"/>
                  <a:pt x="178061" y="168526"/>
                </a:cubicBezTo>
                <a:lnTo>
                  <a:pt x="70287" y="157052"/>
                </a:lnTo>
                <a:cubicBezTo>
                  <a:pt x="63078" y="155976"/>
                  <a:pt x="57311" y="150956"/>
                  <a:pt x="55869" y="144502"/>
                </a:cubicBezTo>
                <a:lnTo>
                  <a:pt x="42893" y="144502"/>
                </a:lnTo>
                <a:cubicBezTo>
                  <a:pt x="19104" y="144502"/>
                  <a:pt x="0" y="125498"/>
                  <a:pt x="0" y="101832"/>
                </a:cubicBezTo>
                <a:cubicBezTo>
                  <a:pt x="0" y="78167"/>
                  <a:pt x="19104" y="59163"/>
                  <a:pt x="42893" y="59163"/>
                </a:cubicBezTo>
                <a:lnTo>
                  <a:pt x="257719" y="59163"/>
                </a:lnTo>
                <a:cubicBezTo>
                  <a:pt x="271777" y="59163"/>
                  <a:pt x="282951" y="47689"/>
                  <a:pt x="282951" y="34063"/>
                </a:cubicBezTo>
                <a:cubicBezTo>
                  <a:pt x="282951" y="20079"/>
                  <a:pt x="271777" y="8964"/>
                  <a:pt x="257719" y="8964"/>
                </a:cubicBezTo>
                <a:lnTo>
                  <a:pt x="121470" y="8964"/>
                </a:lnTo>
                <a:cubicBezTo>
                  <a:pt x="118947" y="8964"/>
                  <a:pt x="116785" y="6812"/>
                  <a:pt x="116785" y="4661"/>
                </a:cubicBezTo>
                <a:cubicBezTo>
                  <a:pt x="116785" y="1793"/>
                  <a:pt x="118947" y="0"/>
                  <a:pt x="121470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45" name="Freeform 731">
            <a:extLst>
              <a:ext uri="{FF2B5EF4-FFF2-40B4-BE49-F238E27FC236}">
                <a16:creationId xmlns:a16="http://schemas.microsoft.com/office/drawing/2014/main" id="{E9B6C172-69A2-D449-A233-CEE02D505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930" y="5667677"/>
            <a:ext cx="308025" cy="323427"/>
          </a:xfrm>
          <a:custGeom>
            <a:avLst/>
            <a:gdLst/>
            <a:ahLst/>
            <a:cxnLst/>
            <a:rect l="0" t="0" r="r" b="b"/>
            <a:pathLst>
              <a:path w="284882" h="299678">
                <a:moveTo>
                  <a:pt x="261064" y="203200"/>
                </a:moveTo>
                <a:cubicBezTo>
                  <a:pt x="263629" y="203200"/>
                  <a:pt x="265827" y="205032"/>
                  <a:pt x="265827" y="207596"/>
                </a:cubicBezTo>
                <a:cubicBezTo>
                  <a:pt x="265827" y="210161"/>
                  <a:pt x="263629" y="212359"/>
                  <a:pt x="261064" y="212359"/>
                </a:cubicBezTo>
                <a:cubicBezTo>
                  <a:pt x="258500" y="212359"/>
                  <a:pt x="256668" y="210161"/>
                  <a:pt x="256668" y="207596"/>
                </a:cubicBezTo>
                <a:cubicBezTo>
                  <a:pt x="256668" y="205032"/>
                  <a:pt x="258500" y="203200"/>
                  <a:pt x="261064" y="203200"/>
                </a:cubicBezTo>
                <a:close/>
                <a:moveTo>
                  <a:pt x="39499" y="80817"/>
                </a:moveTo>
                <a:cubicBezTo>
                  <a:pt x="41662" y="79375"/>
                  <a:pt x="44545" y="80096"/>
                  <a:pt x="45626" y="82259"/>
                </a:cubicBezTo>
                <a:cubicBezTo>
                  <a:pt x="47068" y="84423"/>
                  <a:pt x="45987" y="87307"/>
                  <a:pt x="44185" y="88389"/>
                </a:cubicBezTo>
                <a:lnTo>
                  <a:pt x="13549" y="106056"/>
                </a:lnTo>
                <a:cubicBezTo>
                  <a:pt x="11387" y="107138"/>
                  <a:pt x="9945" y="109301"/>
                  <a:pt x="9224" y="111465"/>
                </a:cubicBezTo>
                <a:cubicBezTo>
                  <a:pt x="8503" y="113989"/>
                  <a:pt x="9224" y="116512"/>
                  <a:pt x="10305" y="118315"/>
                </a:cubicBezTo>
                <a:lnTo>
                  <a:pt x="107258" y="285976"/>
                </a:lnTo>
                <a:cubicBezTo>
                  <a:pt x="109781" y="290303"/>
                  <a:pt x="115187" y="292106"/>
                  <a:pt x="119512" y="289582"/>
                </a:cubicBezTo>
                <a:lnTo>
                  <a:pt x="199886" y="243070"/>
                </a:lnTo>
                <a:cubicBezTo>
                  <a:pt x="202048" y="241988"/>
                  <a:pt x="204571" y="242349"/>
                  <a:pt x="206013" y="244512"/>
                </a:cubicBezTo>
                <a:cubicBezTo>
                  <a:pt x="207094" y="246675"/>
                  <a:pt x="206373" y="249560"/>
                  <a:pt x="204571" y="251002"/>
                </a:cubicBezTo>
                <a:lnTo>
                  <a:pt x="123837" y="297154"/>
                </a:lnTo>
                <a:cubicBezTo>
                  <a:pt x="120954" y="298957"/>
                  <a:pt x="118071" y="299678"/>
                  <a:pt x="114827" y="299678"/>
                </a:cubicBezTo>
                <a:cubicBezTo>
                  <a:pt x="113385" y="299678"/>
                  <a:pt x="111583" y="299317"/>
                  <a:pt x="110142" y="298957"/>
                </a:cubicBezTo>
                <a:cubicBezTo>
                  <a:pt x="105456" y="297875"/>
                  <a:pt x="101491" y="294630"/>
                  <a:pt x="99329" y="290664"/>
                </a:cubicBezTo>
                <a:lnTo>
                  <a:pt x="2376" y="123003"/>
                </a:lnTo>
                <a:cubicBezTo>
                  <a:pt x="-147" y="118676"/>
                  <a:pt x="-507" y="113989"/>
                  <a:pt x="574" y="109301"/>
                </a:cubicBezTo>
                <a:cubicBezTo>
                  <a:pt x="2016" y="104614"/>
                  <a:pt x="4899" y="100648"/>
                  <a:pt x="9224" y="98124"/>
                </a:cubicBezTo>
                <a:lnTo>
                  <a:pt x="39499" y="80817"/>
                </a:lnTo>
                <a:close/>
                <a:moveTo>
                  <a:pt x="197930" y="67536"/>
                </a:moveTo>
                <a:cubicBezTo>
                  <a:pt x="188279" y="73625"/>
                  <a:pt x="153248" y="98696"/>
                  <a:pt x="153248" y="123409"/>
                </a:cubicBezTo>
                <a:cubicBezTo>
                  <a:pt x="153248" y="135586"/>
                  <a:pt x="162900" y="145614"/>
                  <a:pt x="175053" y="145614"/>
                </a:cubicBezTo>
                <a:cubicBezTo>
                  <a:pt x="182917" y="145614"/>
                  <a:pt x="190066" y="141316"/>
                  <a:pt x="193998" y="134869"/>
                </a:cubicBezTo>
                <a:cubicBezTo>
                  <a:pt x="194713" y="133079"/>
                  <a:pt x="196500" y="132362"/>
                  <a:pt x="197930" y="132362"/>
                </a:cubicBezTo>
                <a:cubicBezTo>
                  <a:pt x="199360" y="132362"/>
                  <a:pt x="201147" y="133079"/>
                  <a:pt x="201862" y="134869"/>
                </a:cubicBezTo>
                <a:cubicBezTo>
                  <a:pt x="205794" y="141316"/>
                  <a:pt x="212943" y="145614"/>
                  <a:pt x="220807" y="145614"/>
                </a:cubicBezTo>
                <a:cubicBezTo>
                  <a:pt x="232960" y="145614"/>
                  <a:pt x="242611" y="135586"/>
                  <a:pt x="242611" y="123409"/>
                </a:cubicBezTo>
                <a:cubicBezTo>
                  <a:pt x="242611" y="98696"/>
                  <a:pt x="207581" y="73625"/>
                  <a:pt x="197930" y="67536"/>
                </a:cubicBezTo>
                <a:close/>
                <a:moveTo>
                  <a:pt x="195428" y="58224"/>
                </a:moveTo>
                <a:cubicBezTo>
                  <a:pt x="196857" y="57150"/>
                  <a:pt x="198645" y="57150"/>
                  <a:pt x="200074" y="58224"/>
                </a:cubicBezTo>
                <a:cubicBezTo>
                  <a:pt x="202219" y="59299"/>
                  <a:pt x="251547" y="90100"/>
                  <a:pt x="251547" y="123409"/>
                </a:cubicBezTo>
                <a:cubicBezTo>
                  <a:pt x="251547" y="140600"/>
                  <a:pt x="237607" y="154568"/>
                  <a:pt x="220807" y="154568"/>
                </a:cubicBezTo>
                <a:cubicBezTo>
                  <a:pt x="214015" y="154568"/>
                  <a:pt x="207581" y="152419"/>
                  <a:pt x="202219" y="148479"/>
                </a:cubicBezTo>
                <a:lnTo>
                  <a:pt x="202219" y="165313"/>
                </a:lnTo>
                <a:lnTo>
                  <a:pt x="205436" y="165313"/>
                </a:lnTo>
                <a:cubicBezTo>
                  <a:pt x="207938" y="165313"/>
                  <a:pt x="210083" y="167462"/>
                  <a:pt x="210083" y="169969"/>
                </a:cubicBezTo>
                <a:cubicBezTo>
                  <a:pt x="210083" y="172476"/>
                  <a:pt x="207938" y="174267"/>
                  <a:pt x="205436" y="174267"/>
                </a:cubicBezTo>
                <a:lnTo>
                  <a:pt x="190423" y="174267"/>
                </a:lnTo>
                <a:cubicBezTo>
                  <a:pt x="187564" y="174267"/>
                  <a:pt x="185776" y="172476"/>
                  <a:pt x="185776" y="169969"/>
                </a:cubicBezTo>
                <a:cubicBezTo>
                  <a:pt x="185776" y="167462"/>
                  <a:pt x="187564" y="165313"/>
                  <a:pt x="190423" y="165313"/>
                </a:cubicBezTo>
                <a:lnTo>
                  <a:pt x="193283" y="165313"/>
                </a:lnTo>
                <a:lnTo>
                  <a:pt x="193283" y="148479"/>
                </a:lnTo>
                <a:cubicBezTo>
                  <a:pt x="188279" y="152419"/>
                  <a:pt x="181487" y="154568"/>
                  <a:pt x="175053" y="154568"/>
                </a:cubicBezTo>
                <a:cubicBezTo>
                  <a:pt x="157895" y="154568"/>
                  <a:pt x="143955" y="140600"/>
                  <a:pt x="143955" y="123409"/>
                </a:cubicBezTo>
                <a:cubicBezTo>
                  <a:pt x="143955" y="90100"/>
                  <a:pt x="193283" y="59299"/>
                  <a:pt x="195428" y="58224"/>
                </a:cubicBezTo>
                <a:close/>
                <a:moveTo>
                  <a:pt x="95743" y="32470"/>
                </a:moveTo>
                <a:cubicBezTo>
                  <a:pt x="97890" y="31750"/>
                  <a:pt x="100395" y="33549"/>
                  <a:pt x="101111" y="35709"/>
                </a:cubicBezTo>
                <a:cubicBezTo>
                  <a:pt x="101469" y="38228"/>
                  <a:pt x="100037" y="40747"/>
                  <a:pt x="97890" y="41107"/>
                </a:cubicBezTo>
                <a:lnTo>
                  <a:pt x="66397" y="49745"/>
                </a:lnTo>
                <a:cubicBezTo>
                  <a:pt x="63892" y="50105"/>
                  <a:pt x="62103" y="51904"/>
                  <a:pt x="61029" y="53704"/>
                </a:cubicBezTo>
                <a:cubicBezTo>
                  <a:pt x="59955" y="55863"/>
                  <a:pt x="59598" y="58382"/>
                  <a:pt x="59955" y="60902"/>
                </a:cubicBezTo>
                <a:lnTo>
                  <a:pt x="109700" y="247330"/>
                </a:lnTo>
                <a:cubicBezTo>
                  <a:pt x="111132" y="252368"/>
                  <a:pt x="115784" y="255248"/>
                  <a:pt x="120794" y="253808"/>
                </a:cubicBezTo>
                <a:lnTo>
                  <a:pt x="167676" y="241571"/>
                </a:lnTo>
                <a:cubicBezTo>
                  <a:pt x="169823" y="240852"/>
                  <a:pt x="172328" y="241931"/>
                  <a:pt x="173044" y="244451"/>
                </a:cubicBezTo>
                <a:cubicBezTo>
                  <a:pt x="173760" y="246970"/>
                  <a:pt x="172328" y="249489"/>
                  <a:pt x="169823" y="249849"/>
                </a:cubicBezTo>
                <a:lnTo>
                  <a:pt x="122942" y="262446"/>
                </a:lnTo>
                <a:cubicBezTo>
                  <a:pt x="121510" y="262805"/>
                  <a:pt x="120079" y="263165"/>
                  <a:pt x="118647" y="263165"/>
                </a:cubicBezTo>
                <a:cubicBezTo>
                  <a:pt x="110416" y="263165"/>
                  <a:pt x="103258" y="257767"/>
                  <a:pt x="101111" y="249849"/>
                </a:cubicBezTo>
                <a:lnTo>
                  <a:pt x="51366" y="63061"/>
                </a:lnTo>
                <a:cubicBezTo>
                  <a:pt x="50293" y="58382"/>
                  <a:pt x="50651" y="53704"/>
                  <a:pt x="53156" y="49385"/>
                </a:cubicBezTo>
                <a:cubicBezTo>
                  <a:pt x="55661" y="45066"/>
                  <a:pt x="59598" y="42187"/>
                  <a:pt x="63892" y="41107"/>
                </a:cubicBezTo>
                <a:lnTo>
                  <a:pt x="95743" y="32470"/>
                </a:lnTo>
                <a:close/>
                <a:moveTo>
                  <a:pt x="135651" y="19050"/>
                </a:moveTo>
                <a:cubicBezTo>
                  <a:pt x="138215" y="19050"/>
                  <a:pt x="140413" y="20881"/>
                  <a:pt x="140413" y="23446"/>
                </a:cubicBezTo>
                <a:cubicBezTo>
                  <a:pt x="140413" y="26010"/>
                  <a:pt x="138215" y="28208"/>
                  <a:pt x="135651" y="28208"/>
                </a:cubicBezTo>
                <a:cubicBezTo>
                  <a:pt x="133453" y="28208"/>
                  <a:pt x="131255" y="26010"/>
                  <a:pt x="131255" y="23446"/>
                </a:cubicBezTo>
                <a:cubicBezTo>
                  <a:pt x="131255" y="20881"/>
                  <a:pt x="133453" y="19050"/>
                  <a:pt x="135651" y="19050"/>
                </a:cubicBezTo>
                <a:close/>
                <a:moveTo>
                  <a:pt x="131840" y="9006"/>
                </a:moveTo>
                <a:cubicBezTo>
                  <a:pt x="126787" y="9006"/>
                  <a:pt x="122816" y="13328"/>
                  <a:pt x="122816" y="18372"/>
                </a:cubicBezTo>
                <a:lnTo>
                  <a:pt x="122816" y="211816"/>
                </a:lnTo>
                <a:cubicBezTo>
                  <a:pt x="122816" y="216860"/>
                  <a:pt x="126787" y="220822"/>
                  <a:pt x="131840" y="220822"/>
                </a:cubicBezTo>
                <a:lnTo>
                  <a:pt x="266835" y="220822"/>
                </a:lnTo>
                <a:cubicBezTo>
                  <a:pt x="271888" y="220822"/>
                  <a:pt x="275859" y="216860"/>
                  <a:pt x="275859" y="211816"/>
                </a:cubicBezTo>
                <a:lnTo>
                  <a:pt x="275859" y="18372"/>
                </a:lnTo>
                <a:cubicBezTo>
                  <a:pt x="275859" y="13328"/>
                  <a:pt x="271888" y="9006"/>
                  <a:pt x="266835" y="9006"/>
                </a:cubicBezTo>
                <a:lnTo>
                  <a:pt x="131840" y="9006"/>
                </a:lnTo>
                <a:close/>
                <a:moveTo>
                  <a:pt x="131840" y="0"/>
                </a:moveTo>
                <a:lnTo>
                  <a:pt x="266835" y="0"/>
                </a:lnTo>
                <a:cubicBezTo>
                  <a:pt x="276941" y="0"/>
                  <a:pt x="284882" y="8285"/>
                  <a:pt x="284882" y="18372"/>
                </a:cubicBezTo>
                <a:lnTo>
                  <a:pt x="284882" y="211816"/>
                </a:lnTo>
                <a:cubicBezTo>
                  <a:pt x="284882" y="221543"/>
                  <a:pt x="276941" y="229828"/>
                  <a:pt x="266835" y="229828"/>
                </a:cubicBezTo>
                <a:lnTo>
                  <a:pt x="131840" y="229828"/>
                </a:lnTo>
                <a:cubicBezTo>
                  <a:pt x="121734" y="229828"/>
                  <a:pt x="113793" y="221543"/>
                  <a:pt x="113793" y="211816"/>
                </a:cubicBezTo>
                <a:lnTo>
                  <a:pt x="113793" y="18372"/>
                </a:lnTo>
                <a:cubicBezTo>
                  <a:pt x="113793" y="8285"/>
                  <a:pt x="121734" y="0"/>
                  <a:pt x="131840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solidFill>
                <a:schemeClr val="bg1"/>
              </a:solidFill>
              <a:latin typeface="Lato Light" panose="020F050202020403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BF6C0E-7DE5-FC41-8940-644E34B76DE8}"/>
              </a:ext>
            </a:extLst>
          </p:cNvPr>
          <p:cNvSpPr txBox="1"/>
          <p:nvPr/>
        </p:nvSpPr>
        <p:spPr>
          <a:xfrm>
            <a:off x="2578074" y="1568522"/>
            <a:ext cx="1544013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Original Plan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25B544-4E10-B54E-822C-7EEA5EF1AADA}"/>
              </a:ext>
            </a:extLst>
          </p:cNvPr>
          <p:cNvSpPr txBox="1"/>
          <p:nvPr/>
        </p:nvSpPr>
        <p:spPr>
          <a:xfrm>
            <a:off x="8344829" y="1568522"/>
            <a:ext cx="994183" cy="338554"/>
          </a:xfrm>
          <a:prstGeom prst="rect">
            <a:avLst/>
          </a:prstGeom>
          <a:solidFill>
            <a:srgbClr val="00B050"/>
          </a:solidFill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Actuals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558040-E877-874F-A5E1-3C6AD1CE5F53}"/>
              </a:ext>
            </a:extLst>
          </p:cNvPr>
          <p:cNvSpPr txBox="1"/>
          <p:nvPr/>
        </p:nvSpPr>
        <p:spPr>
          <a:xfrm>
            <a:off x="4583419" y="306186"/>
            <a:ext cx="30251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Plan Vs Actual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D41C03-6C50-3848-A334-2CCC55D683F6}"/>
              </a:ext>
            </a:extLst>
          </p:cNvPr>
          <p:cNvSpPr txBox="1"/>
          <p:nvPr/>
        </p:nvSpPr>
        <p:spPr>
          <a:xfrm>
            <a:off x="3922180" y="787593"/>
            <a:ext cx="4347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Key points of originally decided Vs changed</a:t>
            </a:r>
          </a:p>
        </p:txBody>
      </p:sp>
    </p:spTree>
    <p:extLst>
      <p:ext uri="{BB962C8B-B14F-4D97-AF65-F5344CB8AC3E}">
        <p14:creationId xmlns:p14="http://schemas.microsoft.com/office/powerpoint/2010/main" val="132098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"/>
    </mc:Choice>
    <mc:Fallback xmlns="">
      <p:transition spd="slow" advTm="2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4" name="Straight Connector 7">
            <a:extLst>
              <a:ext uri="{FF2B5EF4-FFF2-40B4-BE49-F238E27FC236}">
                <a16:creationId xmlns:a16="http://schemas.microsoft.com/office/drawing/2014/main" id="{1F5E1222-85BF-0D93-E71E-5EAC993624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6362" y="1094582"/>
            <a:ext cx="853440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/>
          </a:ln>
        </p:spPr>
      </p:cxnSp>
      <p:sp>
        <p:nvSpPr>
          <p:cNvPr id="8195" name="Text Box 8">
            <a:extLst>
              <a:ext uri="{FF2B5EF4-FFF2-40B4-BE49-F238E27FC236}">
                <a16:creationId xmlns:a16="http://schemas.microsoft.com/office/drawing/2014/main" id="{EC1A18DD-6378-3D9E-5BDA-38120C6E3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252" y="9227"/>
            <a:ext cx="57356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Deployment details</a:t>
            </a:r>
          </a:p>
        </p:txBody>
      </p:sp>
      <p:sp>
        <p:nvSpPr>
          <p:cNvPr id="8197" name="Slide Number Placeholder 10">
            <a:extLst>
              <a:ext uri="{FF2B5EF4-FFF2-40B4-BE49-F238E27FC236}">
                <a16:creationId xmlns:a16="http://schemas.microsoft.com/office/drawing/2014/main" id="{A5DB2D71-7242-DF7C-CA9B-C5899A0F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553200"/>
            <a:ext cx="19050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6F86AD-1B02-45BF-A0EF-5D3A3C1899DD}" type="slidenum">
              <a:rPr lang="en-US" altLang="en-US" sz="1400"/>
              <a:pPr/>
              <a:t>11</a:t>
            </a:fld>
            <a:endParaRPr lang="en-US" altLang="en-US" sz="1400"/>
          </a:p>
        </p:txBody>
      </p:sp>
      <p:sp>
        <p:nvSpPr>
          <p:cNvPr id="8199" name="Rectangle 17">
            <a:extLst>
              <a:ext uri="{FF2B5EF4-FFF2-40B4-BE49-F238E27FC236}">
                <a16:creationId xmlns:a16="http://schemas.microsoft.com/office/drawing/2014/main" id="{D930B68D-8A4E-B2D2-291A-912033192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638" y="1399382"/>
            <a:ext cx="9171287" cy="51816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34F767B-3145-82ED-D838-FE7283CF2C12}"/>
              </a:ext>
            </a:extLst>
          </p:cNvPr>
          <p:cNvSpPr txBox="1">
            <a:spLocks/>
          </p:cNvSpPr>
          <p:nvPr/>
        </p:nvSpPr>
        <p:spPr>
          <a:xfrm>
            <a:off x="226279" y="4075273"/>
            <a:ext cx="1655643" cy="252057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>
              <a:lnSpc>
                <a:spcPts val="1750"/>
              </a:lnSpc>
            </a:pPr>
            <a:r>
              <a:rPr lang="en-US" sz="1200" dirty="0">
                <a:solidFill>
                  <a:srgbClr val="898989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B809EB2-E984-1B58-13CE-73F473D09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638" y="1399382"/>
            <a:ext cx="917128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As a service (Website)</a:t>
            </a:r>
          </a:p>
          <a:p>
            <a:pPr marL="1028700" lvl="1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Have website endpoint which will connect to our model</a:t>
            </a:r>
          </a:p>
          <a:p>
            <a:pPr marL="1428750" lvl="2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The user must copy the URL of the website he/she wants to visit, then the results will be whether the website is safe or not</a:t>
            </a:r>
          </a:p>
          <a:p>
            <a:pPr marL="285750" eaLnBrk="1" hangingPunct="1">
              <a:buFont typeface="Arial" panose="020B0604020202020204" pitchFamily="34" charset="0"/>
              <a:buChar char="•"/>
            </a:pPr>
            <a:endParaRPr lang="en-US" alt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53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4" name="Straight Connector 7">
            <a:extLst>
              <a:ext uri="{FF2B5EF4-FFF2-40B4-BE49-F238E27FC236}">
                <a16:creationId xmlns:a16="http://schemas.microsoft.com/office/drawing/2014/main" id="{1F5E1222-85BF-0D93-E71E-5EAC993624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6362" y="1094582"/>
            <a:ext cx="853440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/>
          </a:ln>
        </p:spPr>
      </p:cxnSp>
      <p:sp>
        <p:nvSpPr>
          <p:cNvPr id="8195" name="Text Box 8">
            <a:extLst>
              <a:ext uri="{FF2B5EF4-FFF2-40B4-BE49-F238E27FC236}">
                <a16:creationId xmlns:a16="http://schemas.microsoft.com/office/drawing/2014/main" id="{EC1A18DD-6378-3D9E-5BDA-38120C6E3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252" y="9227"/>
            <a:ext cx="57356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Lessons learned</a:t>
            </a:r>
          </a:p>
        </p:txBody>
      </p:sp>
      <p:sp>
        <p:nvSpPr>
          <p:cNvPr id="8197" name="Slide Number Placeholder 10">
            <a:extLst>
              <a:ext uri="{FF2B5EF4-FFF2-40B4-BE49-F238E27FC236}">
                <a16:creationId xmlns:a16="http://schemas.microsoft.com/office/drawing/2014/main" id="{A5DB2D71-7242-DF7C-CA9B-C5899A0F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553200"/>
            <a:ext cx="19050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6F86AD-1B02-45BF-A0EF-5D3A3C1899DD}" type="slidenum">
              <a:rPr lang="en-US" altLang="en-US" sz="1400"/>
              <a:pPr/>
              <a:t>12</a:t>
            </a:fld>
            <a:endParaRPr lang="en-US" altLang="en-US" sz="1400"/>
          </a:p>
        </p:txBody>
      </p:sp>
      <p:sp>
        <p:nvSpPr>
          <p:cNvPr id="8199" name="Rectangle 17">
            <a:extLst>
              <a:ext uri="{FF2B5EF4-FFF2-40B4-BE49-F238E27FC236}">
                <a16:creationId xmlns:a16="http://schemas.microsoft.com/office/drawing/2014/main" id="{D930B68D-8A4E-B2D2-291A-912033192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638" y="1399382"/>
            <a:ext cx="9171287" cy="51816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34F767B-3145-82ED-D838-FE7283CF2C12}"/>
              </a:ext>
            </a:extLst>
          </p:cNvPr>
          <p:cNvSpPr txBox="1">
            <a:spLocks/>
          </p:cNvSpPr>
          <p:nvPr/>
        </p:nvSpPr>
        <p:spPr>
          <a:xfrm>
            <a:off x="226279" y="4075273"/>
            <a:ext cx="1655643" cy="252057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>
              <a:lnSpc>
                <a:spcPts val="1750"/>
              </a:lnSpc>
            </a:pPr>
            <a:r>
              <a:rPr lang="en-US" sz="1200" dirty="0">
                <a:solidFill>
                  <a:srgbClr val="898989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B809EB2-E984-1B58-13CE-73F473D09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638" y="1399382"/>
            <a:ext cx="917128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The malicious script is usually hidden within the webpages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Most of the malicious websites contain </a:t>
            </a:r>
            <a:r>
              <a:rPr lang="en-US" altLang="en-US" sz="1600" dirty="0" err="1">
                <a:latin typeface="Calibri" panose="020F0502020204030204" pitchFamily="34" charset="0"/>
              </a:rPr>
              <a:t>indexOf</a:t>
            </a:r>
            <a:r>
              <a:rPr lang="en-US" altLang="en-US" sz="1600" dirty="0">
                <a:latin typeface="Calibri" panose="020F0502020204030204" pitchFamily="34" charset="0"/>
              </a:rPr>
              <a:t>() and eval() functions, which are in turn the most influential combination in the classification process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The lexical analyzer(</a:t>
            </a:r>
            <a:r>
              <a:rPr lang="en-US" altLang="en-US" sz="1600" dirty="0" err="1">
                <a:latin typeface="Calibri" panose="020F0502020204030204" pitchFamily="34" charset="0"/>
              </a:rPr>
              <a:t>slimit</a:t>
            </a:r>
            <a:r>
              <a:rPr lang="en-US" altLang="en-US" sz="1600" dirty="0">
                <a:latin typeface="Calibri" panose="020F0502020204030204" pitchFamily="34" charset="0"/>
              </a:rPr>
              <a:t> package </a:t>
            </a:r>
            <a:r>
              <a:rPr lang="en-US" altLang="en-US" sz="1600">
                <a:latin typeface="Calibri" panose="020F0502020204030204" pitchFamily="34" charset="0"/>
              </a:rPr>
              <a:t>in python) </a:t>
            </a:r>
            <a:r>
              <a:rPr lang="en-US" altLang="en-US" sz="1600" dirty="0">
                <a:latin typeface="Calibri" panose="020F0502020204030204" pitchFamily="34" charset="0"/>
              </a:rPr>
              <a:t>cannot handle the html content within </a:t>
            </a:r>
            <a:r>
              <a:rPr lang="en-US" altLang="en-US" sz="1600" dirty="0" err="1">
                <a:latin typeface="Calibri" panose="020F0502020204030204" pitchFamily="34" charset="0"/>
              </a:rPr>
              <a:t>javascript</a:t>
            </a:r>
            <a:endParaRPr lang="en-US" alt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469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4" name="Straight Connector 7">
            <a:extLst>
              <a:ext uri="{FF2B5EF4-FFF2-40B4-BE49-F238E27FC236}">
                <a16:creationId xmlns:a16="http://schemas.microsoft.com/office/drawing/2014/main" id="{1F5E1222-85BF-0D93-E71E-5EAC993624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6362" y="1094582"/>
            <a:ext cx="853440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/>
          </a:ln>
        </p:spPr>
      </p:cxnSp>
      <p:sp>
        <p:nvSpPr>
          <p:cNvPr id="8195" name="Text Box 8">
            <a:extLst>
              <a:ext uri="{FF2B5EF4-FFF2-40B4-BE49-F238E27FC236}">
                <a16:creationId xmlns:a16="http://schemas.microsoft.com/office/drawing/2014/main" id="{EC1A18DD-6378-3D9E-5BDA-38120C6E3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5738" y="0"/>
            <a:ext cx="57356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Calibri" panose="020F0502020204030204" pitchFamily="34" charset="0"/>
              </a:rPr>
              <a:t>Packages to install</a:t>
            </a:r>
          </a:p>
        </p:txBody>
      </p:sp>
      <p:sp>
        <p:nvSpPr>
          <p:cNvPr id="8197" name="Slide Number Placeholder 10">
            <a:extLst>
              <a:ext uri="{FF2B5EF4-FFF2-40B4-BE49-F238E27FC236}">
                <a16:creationId xmlns:a16="http://schemas.microsoft.com/office/drawing/2014/main" id="{A5DB2D71-7242-DF7C-CA9B-C5899A0F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553200"/>
            <a:ext cx="19050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6F86AD-1B02-45BF-A0EF-5D3A3C1899DD}" type="slidenum">
              <a:rPr lang="en-US" altLang="en-US" sz="1400"/>
              <a:pPr/>
              <a:t>13</a:t>
            </a:fld>
            <a:endParaRPr lang="en-US" altLang="en-US" sz="1400"/>
          </a:p>
        </p:txBody>
      </p:sp>
      <p:sp>
        <p:nvSpPr>
          <p:cNvPr id="8199" name="Rectangle 17">
            <a:extLst>
              <a:ext uri="{FF2B5EF4-FFF2-40B4-BE49-F238E27FC236}">
                <a16:creationId xmlns:a16="http://schemas.microsoft.com/office/drawing/2014/main" id="{D930B68D-8A4E-B2D2-291A-912033192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638" y="1399382"/>
            <a:ext cx="9171287" cy="51816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200" name="Rectangle 18">
            <a:extLst>
              <a:ext uri="{FF2B5EF4-FFF2-40B4-BE49-F238E27FC236}">
                <a16:creationId xmlns:a16="http://schemas.microsoft.com/office/drawing/2014/main" id="{8A3E14E9-6E29-F70D-8E9A-F77CE4E93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638" y="1399382"/>
            <a:ext cx="91712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600" b="1" dirty="0">
              <a:latin typeface="Calibri" panose="020F0502020204030204" pitchFamily="34" charset="0"/>
            </a:endParaRPr>
          </a:p>
          <a:p>
            <a:pPr eaLnBrk="1" hangingPunct="1"/>
            <a:endParaRPr lang="en-US" altLang="en-US" sz="1600" dirty="0">
              <a:latin typeface="Calibri" panose="020F050202020403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34F767B-3145-82ED-D838-FE7283CF2C12}"/>
              </a:ext>
            </a:extLst>
          </p:cNvPr>
          <p:cNvSpPr txBox="1">
            <a:spLocks/>
          </p:cNvSpPr>
          <p:nvPr/>
        </p:nvSpPr>
        <p:spPr>
          <a:xfrm>
            <a:off x="226279" y="4075273"/>
            <a:ext cx="1655643" cy="252057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3818">
              <a:lnSpc>
                <a:spcPts val="1750"/>
              </a:lnSpc>
            </a:pPr>
            <a:r>
              <a:rPr lang="en-US" sz="1200" dirty="0">
                <a:solidFill>
                  <a:srgbClr val="898989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.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D8EFB918-F407-0C4E-8626-B285704D1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638" y="1399382"/>
            <a:ext cx="917128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Beautiful soup( to be able to read the html content)</a:t>
            </a:r>
          </a:p>
          <a:p>
            <a:pPr marL="1028700" lvl="1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pip3 install beatifulsoup4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1600" dirty="0" err="1">
                <a:latin typeface="Calibri" panose="020F0502020204030204" pitchFamily="34" charset="0"/>
              </a:rPr>
              <a:t>Slimit</a:t>
            </a:r>
            <a:r>
              <a:rPr lang="en-US" altLang="en-US" sz="1600" dirty="0">
                <a:latin typeface="Calibri" panose="020F0502020204030204" pitchFamily="34" charset="0"/>
              </a:rPr>
              <a:t> (lexical analyzer)</a:t>
            </a:r>
          </a:p>
          <a:p>
            <a:pPr marL="1028700" lvl="1" eaLnBrk="1" hangingPunct="1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</a:rPr>
              <a:t>pip3 install </a:t>
            </a:r>
            <a:r>
              <a:rPr lang="en-US" altLang="en-US" sz="1600" dirty="0" err="1">
                <a:latin typeface="Calibri" panose="020F0502020204030204" pitchFamily="34" charset="0"/>
              </a:rPr>
              <a:t>slimit</a:t>
            </a:r>
            <a:endParaRPr lang="en-US" altLang="en-US"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68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ern Conference PPT_TM78544816_Win32_JC_v2.potx" id="{35CB27CA-E61E-4531-88B2-D5572B8A3A01}" vid="{854ED03E-8373-4C81-B2CB-0118884FF575}"/>
    </a:ext>
  </a:extLst>
</a:theme>
</file>

<file path=ppt/theme/theme2.xml><?xml version="1.0" encoding="utf-8"?>
<a:theme xmlns:a="http://schemas.openxmlformats.org/drawingml/2006/main" name="3_Office Theme">
  <a:themeElements>
    <a:clrScheme name="SM - Theme 8 - Light">
      <a:dk1>
        <a:srgbClr val="AAAAAA"/>
      </a:dk1>
      <a:lt1>
        <a:srgbClr val="FFFFFF"/>
      </a:lt1>
      <a:dk2>
        <a:srgbClr val="08204D"/>
      </a:dk2>
      <a:lt2>
        <a:srgbClr val="FFFFFF"/>
      </a:lt2>
      <a:accent1>
        <a:srgbClr val="00B0B5"/>
      </a:accent1>
      <a:accent2>
        <a:srgbClr val="0085A4"/>
      </a:accent2>
      <a:accent3>
        <a:srgbClr val="18526A"/>
      </a:accent3>
      <a:accent4>
        <a:srgbClr val="6488B7"/>
      </a:accent4>
      <a:accent5>
        <a:srgbClr val="495975"/>
      </a:accent5>
      <a:accent6>
        <a:srgbClr val="DDDEDD"/>
      </a:accent6>
      <a:hlink>
        <a:srgbClr val="E54E69"/>
      </a:hlink>
      <a:folHlink>
        <a:srgbClr val="B7C5E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4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2_Office Theme">
  <a:themeElements>
    <a:clrScheme name="Theme blue">
      <a:dk1>
        <a:srgbClr val="898989"/>
      </a:dk1>
      <a:lt1>
        <a:srgbClr val="FFFFFF"/>
      </a:lt1>
      <a:dk2>
        <a:srgbClr val="272829"/>
      </a:dk2>
      <a:lt2>
        <a:srgbClr val="FFFFFF"/>
      </a:lt2>
      <a:accent1>
        <a:srgbClr val="23C35E"/>
      </a:accent1>
      <a:accent2>
        <a:srgbClr val="159596"/>
      </a:accent2>
      <a:accent3>
        <a:srgbClr val="1264C3"/>
      </a:accent3>
      <a:accent4>
        <a:srgbClr val="0547A3"/>
      </a:accent4>
      <a:accent5>
        <a:srgbClr val="153789"/>
      </a:accent5>
      <a:accent6>
        <a:srgbClr val="A4ACB5"/>
      </a:accent6>
      <a:hlink>
        <a:srgbClr val="32A79F"/>
      </a:hlink>
      <a:folHlink>
        <a:srgbClr val="89E1D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E3569-F02A-48B1-8F6E-F11E8BF870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9B3369-3F0F-499C-9EE7-8EC46B6E8A7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C34B31-7353-4357-814E-0E5916A110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34658</TotalTime>
  <Words>701</Words>
  <Application>Microsoft Office PowerPoint</Application>
  <PresentationFormat>Widescreen</PresentationFormat>
  <Paragraphs>204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Arial</vt:lpstr>
      <vt:lpstr>Calibri</vt:lpstr>
      <vt:lpstr>Helvetica Neue</vt:lpstr>
      <vt:lpstr>Lato Light</vt:lpstr>
      <vt:lpstr>Open Sans</vt:lpstr>
      <vt:lpstr>Open Sans Light</vt:lpstr>
      <vt:lpstr>Poppins</vt:lpstr>
      <vt:lpstr>Poppins Light</vt:lpstr>
      <vt:lpstr>Poppins Medium</vt:lpstr>
      <vt:lpstr>Tisa Offc Serif Pro</vt:lpstr>
      <vt:lpstr>Univers Light</vt:lpstr>
      <vt:lpstr>Univers LT Std 45 Light</vt:lpstr>
      <vt:lpstr>Office Theme</vt:lpstr>
      <vt:lpstr>3_Office Theme</vt:lpstr>
      <vt:lpstr>4_Office Theme</vt:lpstr>
      <vt:lpstr>2_Office Theme</vt:lpstr>
      <vt:lpstr>Driveby attack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 presentation</dc:title>
  <dc:creator>Arul Arockiasamy</dc:creator>
  <cp:lastModifiedBy>Tshegofatso Mohlala</cp:lastModifiedBy>
  <cp:revision>30</cp:revision>
  <dcterms:created xsi:type="dcterms:W3CDTF">2022-08-22T10:31:19Z</dcterms:created>
  <dcterms:modified xsi:type="dcterms:W3CDTF">2022-10-28T10:59:17Z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